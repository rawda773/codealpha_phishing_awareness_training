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24"/>
  </p:notesMasterIdLst>
  <p:sldIdLst>
    <p:sldId id="256" r:id="rId3"/>
    <p:sldId id="258" r:id="rId4"/>
    <p:sldId id="260" r:id="rId5"/>
    <p:sldId id="274" r:id="rId6"/>
    <p:sldId id="261" r:id="rId7"/>
    <p:sldId id="265" r:id="rId8"/>
    <p:sldId id="267" r:id="rId9"/>
    <p:sldId id="264" r:id="rId10"/>
    <p:sldId id="273" r:id="rId11"/>
    <p:sldId id="266" r:id="rId12"/>
    <p:sldId id="275" r:id="rId13"/>
    <p:sldId id="262" r:id="rId14"/>
    <p:sldId id="315" r:id="rId15"/>
    <p:sldId id="285" r:id="rId16"/>
    <p:sldId id="263" r:id="rId17"/>
    <p:sldId id="316" r:id="rId18"/>
    <p:sldId id="317" r:id="rId19"/>
    <p:sldId id="318" r:id="rId20"/>
    <p:sldId id="319" r:id="rId21"/>
    <p:sldId id="314" r:id="rId22"/>
    <p:sldId id="290" r:id="rId23"/>
  </p:sldIdLst>
  <p:sldSz cx="9144000" cy="5143500" type="screen16x9"/>
  <p:notesSz cx="6858000" cy="9144000"/>
  <p:embeddedFontLst>
    <p:embeddedFont>
      <p:font typeface="Advent Pro" panose="020B0604020202020204" charset="0"/>
      <p:regular r:id="rId25"/>
      <p:bold r:id="rId26"/>
      <p:italic r:id="rId27"/>
      <p:boldItalic r:id="rId28"/>
    </p:embeddedFont>
    <p:embeddedFont>
      <p:font typeface="Advent Pro Medium" panose="020B0604020202020204" charset="0"/>
      <p:regular r:id="rId29"/>
      <p:bold r:id="rId30"/>
      <p:italic r:id="rId31"/>
      <p:boldItalic r:id="rId32"/>
    </p:embeddedFont>
    <p:embeddedFont>
      <p:font typeface="Alumni Sans Pinstripe" panose="020B0604020202020204" charset="0"/>
      <p:regular r:id="rId33"/>
      <p:italic r:id="rId34"/>
    </p:embeddedFont>
    <p:embeddedFont>
      <p:font typeface="Proxima Nova" panose="020B0604020202020204" charset="0"/>
      <p:regular r:id="rId35"/>
      <p:bold r:id="rId36"/>
      <p:italic r:id="rId37"/>
      <p:boldItalic r:id="rId38"/>
    </p:embeddedFont>
    <p:embeddedFont>
      <p:font typeface="PT Sans" panose="020B0503020203020204" pitchFamily="34" charset="0"/>
      <p:regular r:id="rId39"/>
      <p:bold r:id="rId40"/>
      <p:italic r:id="rId41"/>
      <p:boldItalic r:id="rId42"/>
    </p:embeddedFont>
    <p:embeddedFont>
      <p:font typeface="Work Sans Medium" pitchFamily="2" charset="0"/>
      <p:regular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wda Abdirashid" initials="RA" lastIdx="1" clrIdx="0">
    <p:extLst>
      <p:ext uri="{19B8F6BF-5375-455C-9EA6-DF929625EA0E}">
        <p15:presenceInfo xmlns:p15="http://schemas.microsoft.com/office/powerpoint/2012/main" userId="6dffcb3b868849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18D268-C343-4AC0-BE7E-654AB16C034C}">
  <a:tblStyle styleId="{9B18D268-C343-4AC0-BE7E-654AB16C03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19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5.fntdata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g11bc263f50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9" name="Google Shape;3179;g11bc263f50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g11bc263f502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2" name="Google Shape;3302;g11bc263f502_0_1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9" name="Google Shape;4269;g11bc263f502_0_2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0" name="Google Shape;4270;g11bc263f502_0_2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11bc263f502_0_2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2" name="Google Shape;3522;g11bc263f502_0_2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g11bc263f502_0_2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3" name="Google Shape;3673;g11bc263f502_0_2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11bc263f502_0_2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11bc263f502_0_2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g11bc263f502_0_2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6" name="Google Shape;3606;g11bc263f502_0_2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Google Shape;4151;g11bc263f502_0_2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2" name="Google Shape;4152;g11bc263f502_0_2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6" name="Google Shape;3776;g11bc263f502_0_2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7" name="Google Shape;3777;g11bc263f502_0_2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9" name="Google Shape;4279;g11bc263f502_0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0" name="Google Shape;4280;g11bc263f502_0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4" name="Google Shape;4794;g13ef048210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5" name="Google Shape;4795;g13ef048210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1" name="Google Shape;4991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2" name="Google Shape;4992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414771" y="4540255"/>
            <a:ext cx="2227588" cy="726522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0" name="Google Shape;130;p3"/>
          <p:cNvSpPr txBox="1">
            <a:spLocks noGrp="1"/>
          </p:cNvSpPr>
          <p:nvPr>
            <p:ph type="title" idx="2" hasCustomPrompt="1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1" name="Google Shape;131;p3"/>
          <p:cNvSpPr txBox="1">
            <a:spLocks noGrp="1"/>
          </p:cNvSpPr>
          <p:nvPr>
            <p:ph type="subTitle" idx="1"/>
          </p:nvPr>
        </p:nvSpPr>
        <p:spPr>
          <a:xfrm>
            <a:off x="4228073" y="3530819"/>
            <a:ext cx="2762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"/>
          <p:cNvSpPr/>
          <p:nvPr/>
        </p:nvSpPr>
        <p:spPr>
          <a:xfrm rot="7304698">
            <a:off x="-784688" y="3074934"/>
            <a:ext cx="2252826" cy="2252826"/>
          </a:xfrm>
          <a:prstGeom prst="blockArc">
            <a:avLst>
              <a:gd name="adj1" fmla="val 674761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"/>
          <p:cNvSpPr/>
          <p:nvPr/>
        </p:nvSpPr>
        <p:spPr>
          <a:xfrm rot="-8399579">
            <a:off x="6604599" y="-1415011"/>
            <a:ext cx="3375739" cy="3375739"/>
          </a:xfrm>
          <a:prstGeom prst="blockArc">
            <a:avLst>
              <a:gd name="adj1" fmla="val 10800000"/>
              <a:gd name="adj2" fmla="val 21450309"/>
              <a:gd name="adj3" fmla="val 1733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" name="Google Shape;134;p3"/>
          <p:cNvGrpSpPr/>
          <p:nvPr/>
        </p:nvGrpSpPr>
        <p:grpSpPr>
          <a:xfrm>
            <a:off x="7261903" y="658823"/>
            <a:ext cx="2227589" cy="726958"/>
            <a:chOff x="6972150" y="711750"/>
            <a:chExt cx="1039375" cy="339193"/>
          </a:xfrm>
        </p:grpSpPr>
        <p:sp>
          <p:nvSpPr>
            <p:cNvPr id="135" name="Google Shape;135;p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3"/>
          <p:cNvGrpSpPr/>
          <p:nvPr/>
        </p:nvGrpSpPr>
        <p:grpSpPr>
          <a:xfrm>
            <a:off x="-280170" y="-141409"/>
            <a:ext cx="2227589" cy="1527191"/>
            <a:chOff x="5519300" y="372750"/>
            <a:chExt cx="1039375" cy="712575"/>
          </a:xfrm>
        </p:grpSpPr>
        <p:sp>
          <p:nvSpPr>
            <p:cNvPr id="168" name="Google Shape;168;p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3"/>
          <p:cNvGrpSpPr/>
          <p:nvPr/>
        </p:nvGrpSpPr>
        <p:grpSpPr>
          <a:xfrm>
            <a:off x="-154771" y="4691203"/>
            <a:ext cx="2227588" cy="726522"/>
            <a:chOff x="3620725" y="372750"/>
            <a:chExt cx="1039375" cy="338989"/>
          </a:xfrm>
        </p:grpSpPr>
        <p:sp>
          <p:nvSpPr>
            <p:cNvPr id="236" name="Google Shape;236;p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4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76" name="Google Shape;276;p4"/>
          <p:cNvGrpSpPr/>
          <p:nvPr/>
        </p:nvGrpSpPr>
        <p:grpSpPr>
          <a:xfrm rot="-5400000" flipH="1">
            <a:off x="7821325" y="679905"/>
            <a:ext cx="2227588" cy="726522"/>
            <a:chOff x="3799000" y="1820400"/>
            <a:chExt cx="1039375" cy="338989"/>
          </a:xfrm>
        </p:grpSpPr>
        <p:sp>
          <p:nvSpPr>
            <p:cNvPr id="277" name="Google Shape;277;p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" name="Google Shape;312;p4"/>
          <p:cNvGrpSpPr/>
          <p:nvPr/>
        </p:nvGrpSpPr>
        <p:grpSpPr>
          <a:xfrm flipH="1">
            <a:off x="-1654513" y="2869728"/>
            <a:ext cx="2227589" cy="1527191"/>
            <a:chOff x="5519300" y="372750"/>
            <a:chExt cx="1039375" cy="712575"/>
          </a:xfrm>
        </p:grpSpPr>
        <p:sp>
          <p:nvSpPr>
            <p:cNvPr id="313" name="Google Shape;313;p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0" name="Google Shape;380;p4"/>
          <p:cNvSpPr/>
          <p:nvPr/>
        </p:nvSpPr>
        <p:spPr>
          <a:xfrm rot="899876" flipH="1">
            <a:off x="-1364959" y="4184160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4"/>
          <p:cNvSpPr/>
          <p:nvPr/>
        </p:nvSpPr>
        <p:spPr>
          <a:xfrm flipH="1">
            <a:off x="-850779" y="4573892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"/>
          <p:cNvSpPr/>
          <p:nvPr/>
        </p:nvSpPr>
        <p:spPr>
          <a:xfrm>
            <a:off x="8681330" y="1443900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"/>
          <p:cNvSpPr/>
          <p:nvPr/>
        </p:nvSpPr>
        <p:spPr>
          <a:xfrm>
            <a:off x="8776832" y="1556676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"/>
          <p:cNvSpPr/>
          <p:nvPr/>
        </p:nvSpPr>
        <p:spPr>
          <a:xfrm rot="3508339" flipH="1">
            <a:off x="-1727887" y="-2075610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5"/>
          <p:cNvSpPr txBox="1">
            <a:spLocks noGrp="1"/>
          </p:cNvSpPr>
          <p:nvPr>
            <p:ph type="title" idx="2"/>
          </p:nvPr>
        </p:nvSpPr>
        <p:spPr>
          <a:xfrm>
            <a:off x="1762697" y="2785700"/>
            <a:ext cx="2304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8" name="Google Shape;388;p5"/>
          <p:cNvSpPr txBox="1">
            <a:spLocks noGrp="1"/>
          </p:cNvSpPr>
          <p:nvPr>
            <p:ph type="subTitle" idx="1"/>
          </p:nvPr>
        </p:nvSpPr>
        <p:spPr>
          <a:xfrm>
            <a:off x="1764947" y="3215250"/>
            <a:ext cx="229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title" idx="3"/>
          </p:nvPr>
        </p:nvSpPr>
        <p:spPr>
          <a:xfrm>
            <a:off x="5077003" y="2785700"/>
            <a:ext cx="2304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subTitle" idx="4"/>
          </p:nvPr>
        </p:nvSpPr>
        <p:spPr>
          <a:xfrm>
            <a:off x="5079253" y="3215250"/>
            <a:ext cx="229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1" name="Google Shape;391;p5"/>
          <p:cNvGrpSpPr/>
          <p:nvPr/>
        </p:nvGrpSpPr>
        <p:grpSpPr>
          <a:xfrm rot="5400000">
            <a:off x="-809808" y="679905"/>
            <a:ext cx="2227588" cy="726522"/>
            <a:chOff x="3799000" y="1820400"/>
            <a:chExt cx="1039375" cy="338989"/>
          </a:xfrm>
        </p:grpSpPr>
        <p:sp>
          <p:nvSpPr>
            <p:cNvPr id="392" name="Google Shape;392;p5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" name="Google Shape;427;p5"/>
          <p:cNvGrpSpPr/>
          <p:nvPr/>
        </p:nvGrpSpPr>
        <p:grpSpPr>
          <a:xfrm>
            <a:off x="8402730" y="2587316"/>
            <a:ext cx="2227589" cy="1527191"/>
            <a:chOff x="5519300" y="372750"/>
            <a:chExt cx="1039375" cy="712575"/>
          </a:xfrm>
        </p:grpSpPr>
        <p:sp>
          <p:nvSpPr>
            <p:cNvPr id="428" name="Google Shape;428;p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" name="Google Shape;495;p5"/>
          <p:cNvSpPr/>
          <p:nvPr/>
        </p:nvSpPr>
        <p:spPr>
          <a:xfrm rot="-899876">
            <a:off x="8160183" y="3901748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5"/>
          <p:cNvSpPr/>
          <p:nvPr/>
        </p:nvSpPr>
        <p:spPr>
          <a:xfrm>
            <a:off x="8167884" y="4291480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5"/>
          <p:cNvSpPr/>
          <p:nvPr/>
        </p:nvSpPr>
        <p:spPr>
          <a:xfrm flipH="1">
            <a:off x="-1514400" y="959725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"/>
          <p:cNvSpPr/>
          <p:nvPr/>
        </p:nvSpPr>
        <p:spPr>
          <a:xfrm flipH="1">
            <a:off x="-897702" y="1072501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9" name="Google Shape;49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074" y="3095000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"/>
          <p:cNvSpPr/>
          <p:nvPr/>
        </p:nvSpPr>
        <p:spPr>
          <a:xfrm rot="-3508339">
            <a:off x="7349568" y="-1357485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6"/>
          <p:cNvGrpSpPr/>
          <p:nvPr/>
        </p:nvGrpSpPr>
        <p:grpSpPr>
          <a:xfrm>
            <a:off x="8719456" y="513232"/>
            <a:ext cx="326167" cy="2227568"/>
            <a:chOff x="8577956" y="1596694"/>
            <a:chExt cx="326167" cy="2227568"/>
          </a:xfrm>
        </p:grpSpPr>
        <p:sp>
          <p:nvSpPr>
            <p:cNvPr id="504" name="Google Shape;504;p6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" name="Google Shape;520;p6"/>
          <p:cNvGrpSpPr/>
          <p:nvPr/>
        </p:nvGrpSpPr>
        <p:grpSpPr>
          <a:xfrm rot="-5400000">
            <a:off x="-996100" y="4015385"/>
            <a:ext cx="2227588" cy="726522"/>
            <a:chOff x="3620725" y="372750"/>
            <a:chExt cx="1039375" cy="338989"/>
          </a:xfrm>
        </p:grpSpPr>
        <p:sp>
          <p:nvSpPr>
            <p:cNvPr id="521" name="Google Shape;5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6"/>
          <p:cNvSpPr/>
          <p:nvPr/>
        </p:nvSpPr>
        <p:spPr>
          <a:xfrm rot="1856158" flipH="1">
            <a:off x="-1167632" y="617942"/>
            <a:ext cx="1697013" cy="169701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6"/>
          <p:cNvSpPr/>
          <p:nvPr/>
        </p:nvSpPr>
        <p:spPr>
          <a:xfrm>
            <a:off x="-456125" y="958975"/>
            <a:ext cx="960900" cy="96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"/>
          <p:cNvSpPr/>
          <p:nvPr/>
        </p:nvSpPr>
        <p:spPr>
          <a:xfrm rot="-5400000" flipH="1">
            <a:off x="5404994" y="4756332"/>
            <a:ext cx="1172100" cy="11721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"/>
          <p:cNvSpPr/>
          <p:nvPr/>
        </p:nvSpPr>
        <p:spPr>
          <a:xfrm>
            <a:off x="5451975" y="4826875"/>
            <a:ext cx="837300" cy="83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7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7"/>
          <p:cNvSpPr/>
          <p:nvPr/>
        </p:nvSpPr>
        <p:spPr>
          <a:xfrm rot="-8909883">
            <a:off x="7380555" y="-922593"/>
            <a:ext cx="2453841" cy="2453841"/>
          </a:xfrm>
          <a:prstGeom prst="blockArc">
            <a:avLst>
              <a:gd name="adj1" fmla="val 10800000"/>
              <a:gd name="adj2" fmla="val 567723"/>
              <a:gd name="adj3" fmla="val 1141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7130050" y="-541850"/>
            <a:ext cx="1759500" cy="1759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 flipH="1">
            <a:off x="6696355" y="334491"/>
            <a:ext cx="2227589" cy="1527191"/>
            <a:chOff x="5519300" y="372750"/>
            <a:chExt cx="1039375" cy="712575"/>
          </a:xfrm>
        </p:grpSpPr>
        <p:sp>
          <p:nvSpPr>
            <p:cNvPr id="568" name="Google Shape;568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7"/>
          <p:cNvGrpSpPr/>
          <p:nvPr/>
        </p:nvGrpSpPr>
        <p:grpSpPr>
          <a:xfrm>
            <a:off x="107678" y="-187590"/>
            <a:ext cx="2227589" cy="726958"/>
            <a:chOff x="6972150" y="711750"/>
            <a:chExt cx="1039375" cy="339193"/>
          </a:xfrm>
        </p:grpSpPr>
        <p:sp>
          <p:nvSpPr>
            <p:cNvPr id="636" name="Google Shape;636;p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7"/>
          <p:cNvSpPr/>
          <p:nvPr/>
        </p:nvSpPr>
        <p:spPr>
          <a:xfrm>
            <a:off x="-624140" y="-419150"/>
            <a:ext cx="15270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"/>
          <p:cNvSpPr/>
          <p:nvPr/>
        </p:nvSpPr>
        <p:spPr>
          <a:xfrm rot="372611">
            <a:off x="5475589" y="4165080"/>
            <a:ext cx="2204738" cy="2204738"/>
          </a:xfrm>
          <a:prstGeom prst="blockArc">
            <a:avLst>
              <a:gd name="adj1" fmla="val 9398892"/>
              <a:gd name="adj2" fmla="val 534609"/>
              <a:gd name="adj3" fmla="val 1967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0" name="Google Shape;670;p7"/>
          <p:cNvGrpSpPr/>
          <p:nvPr/>
        </p:nvGrpSpPr>
        <p:grpSpPr>
          <a:xfrm>
            <a:off x="5832004" y="3999491"/>
            <a:ext cx="2227588" cy="726522"/>
            <a:chOff x="3620725" y="372750"/>
            <a:chExt cx="1039375" cy="338989"/>
          </a:xfrm>
        </p:grpSpPr>
        <p:sp>
          <p:nvSpPr>
            <p:cNvPr id="671" name="Google Shape;671;p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"/>
          <p:cNvSpPr txBox="1">
            <a:spLocks noGrp="1"/>
          </p:cNvSpPr>
          <p:nvPr>
            <p:ph type="title"/>
          </p:nvPr>
        </p:nvSpPr>
        <p:spPr>
          <a:xfrm>
            <a:off x="4301775" y="1027300"/>
            <a:ext cx="4146600" cy="30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10" name="Google Shape;710;p8"/>
          <p:cNvSpPr/>
          <p:nvPr/>
        </p:nvSpPr>
        <p:spPr>
          <a:xfrm>
            <a:off x="-665963" y="607925"/>
            <a:ext cx="2227500" cy="2228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8"/>
          <p:cNvSpPr/>
          <p:nvPr/>
        </p:nvSpPr>
        <p:spPr>
          <a:xfrm flipH="1">
            <a:off x="-3273950" y="1027301"/>
            <a:ext cx="5927400" cy="5927400"/>
          </a:xfrm>
          <a:prstGeom prst="blockArc">
            <a:avLst>
              <a:gd name="adj1" fmla="val 8972311"/>
              <a:gd name="adj2" fmla="val 16732630"/>
              <a:gd name="adj3" fmla="val 9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2" name="Google Shape;712;p8"/>
          <p:cNvGrpSpPr/>
          <p:nvPr/>
        </p:nvGrpSpPr>
        <p:grpSpPr>
          <a:xfrm>
            <a:off x="2653453" y="-62135"/>
            <a:ext cx="2227588" cy="726522"/>
            <a:chOff x="3857800" y="1143286"/>
            <a:chExt cx="1039375" cy="338989"/>
          </a:xfrm>
        </p:grpSpPr>
        <p:sp>
          <p:nvSpPr>
            <p:cNvPr id="713" name="Google Shape;713;p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8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3" name="Google Shape;743;p8"/>
          <p:cNvSpPr/>
          <p:nvPr/>
        </p:nvSpPr>
        <p:spPr>
          <a:xfrm>
            <a:off x="7566354" y="3268750"/>
            <a:ext cx="2574900" cy="2574900"/>
          </a:xfrm>
          <a:prstGeom prst="blockArc">
            <a:avLst>
              <a:gd name="adj1" fmla="val 5958233"/>
              <a:gd name="adj2" fmla="val 18369856"/>
              <a:gd name="adj3" fmla="val 1954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8"/>
          <p:cNvSpPr/>
          <p:nvPr/>
        </p:nvSpPr>
        <p:spPr>
          <a:xfrm>
            <a:off x="7514213" y="326875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5" name="Google Shape;745;p8"/>
          <p:cNvGrpSpPr/>
          <p:nvPr/>
        </p:nvGrpSpPr>
        <p:grpSpPr>
          <a:xfrm rot="5400000">
            <a:off x="-559680" y="3557919"/>
            <a:ext cx="2227588" cy="726522"/>
            <a:chOff x="3799000" y="1820400"/>
            <a:chExt cx="1039375" cy="338989"/>
          </a:xfrm>
        </p:grpSpPr>
        <p:sp>
          <p:nvSpPr>
            <p:cNvPr id="746" name="Google Shape;746;p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"/>
          <p:cNvSpPr txBox="1">
            <a:spLocks noGrp="1"/>
          </p:cNvSpPr>
          <p:nvPr>
            <p:ph type="title"/>
          </p:nvPr>
        </p:nvSpPr>
        <p:spPr>
          <a:xfrm>
            <a:off x="2029075" y="2490350"/>
            <a:ext cx="50859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4" name="Google Shape;784;p9"/>
          <p:cNvSpPr txBox="1">
            <a:spLocks noGrp="1"/>
          </p:cNvSpPr>
          <p:nvPr>
            <p:ph type="subTitle" idx="1"/>
          </p:nvPr>
        </p:nvSpPr>
        <p:spPr>
          <a:xfrm>
            <a:off x="2029075" y="3269253"/>
            <a:ext cx="50859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5" name="Google Shape;785;p9"/>
          <p:cNvSpPr/>
          <p:nvPr/>
        </p:nvSpPr>
        <p:spPr>
          <a:xfrm rot="-4819752">
            <a:off x="8205757" y="1265550"/>
            <a:ext cx="1585836" cy="1585836"/>
          </a:xfrm>
          <a:prstGeom prst="blockArc">
            <a:avLst>
              <a:gd name="adj1" fmla="val 5958233"/>
              <a:gd name="adj2" fmla="val 2559931"/>
              <a:gd name="adj3" fmla="val 2250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9"/>
          <p:cNvSpPr/>
          <p:nvPr/>
        </p:nvSpPr>
        <p:spPr>
          <a:xfrm rot="-7433688">
            <a:off x="-962871" y="-1484464"/>
            <a:ext cx="3935124" cy="3935124"/>
          </a:xfrm>
          <a:prstGeom prst="blockArc">
            <a:avLst>
              <a:gd name="adj1" fmla="val 5958233"/>
              <a:gd name="adj2" fmla="val 20136020"/>
              <a:gd name="adj3" fmla="val 168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9"/>
          <p:cNvSpPr/>
          <p:nvPr/>
        </p:nvSpPr>
        <p:spPr>
          <a:xfrm rot="-6824316">
            <a:off x="5408227" y="4758274"/>
            <a:ext cx="1270604" cy="127115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"/>
          <p:cNvSpPr txBox="1">
            <a:spLocks noGrp="1"/>
          </p:cNvSpPr>
          <p:nvPr>
            <p:ph type="title"/>
          </p:nvPr>
        </p:nvSpPr>
        <p:spPr>
          <a:xfrm>
            <a:off x="713400" y="3110425"/>
            <a:ext cx="2941500" cy="13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"/>
          <p:cNvSpPr txBox="1">
            <a:spLocks noGrp="1"/>
          </p:cNvSpPr>
          <p:nvPr>
            <p:ph type="title" hasCustomPrompt="1"/>
          </p:nvPr>
        </p:nvSpPr>
        <p:spPr>
          <a:xfrm>
            <a:off x="1256050" y="1205625"/>
            <a:ext cx="6632100" cy="18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2" name="Google Shape;792;p11"/>
          <p:cNvSpPr txBox="1">
            <a:spLocks noGrp="1"/>
          </p:cNvSpPr>
          <p:nvPr>
            <p:ph type="subTitle" idx="1"/>
          </p:nvPr>
        </p:nvSpPr>
        <p:spPr>
          <a:xfrm>
            <a:off x="1912038" y="3167400"/>
            <a:ext cx="53199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3" name="Google Shape;793;p11"/>
          <p:cNvSpPr/>
          <p:nvPr/>
        </p:nvSpPr>
        <p:spPr>
          <a:xfrm flipH="1">
            <a:off x="-970367" y="3471285"/>
            <a:ext cx="2574600" cy="2574600"/>
          </a:xfrm>
          <a:prstGeom prst="blockArc">
            <a:avLst>
              <a:gd name="adj1" fmla="val 5958233"/>
              <a:gd name="adj2" fmla="val 18980253"/>
              <a:gd name="adj3" fmla="val 1476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4" name="Google Shape;79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357346" y="4025275"/>
            <a:ext cx="2038800" cy="13578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5" name="Google Shape;795;p11"/>
          <p:cNvGrpSpPr/>
          <p:nvPr/>
        </p:nvGrpSpPr>
        <p:grpSpPr>
          <a:xfrm flipH="1">
            <a:off x="6916420" y="380544"/>
            <a:ext cx="2227588" cy="726522"/>
            <a:chOff x="3799000" y="1820400"/>
            <a:chExt cx="1039375" cy="338989"/>
          </a:xfrm>
        </p:grpSpPr>
        <p:sp>
          <p:nvSpPr>
            <p:cNvPr id="796" name="Google Shape;796;p11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1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1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1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1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1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32" name="Google Shape;8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471" y="-171325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45963" y="3471263"/>
            <a:ext cx="921650" cy="12156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4" name="Google Shape;834;p11"/>
          <p:cNvGrpSpPr/>
          <p:nvPr/>
        </p:nvGrpSpPr>
        <p:grpSpPr>
          <a:xfrm flipH="1">
            <a:off x="-206996" y="-68959"/>
            <a:ext cx="2227588" cy="726522"/>
            <a:chOff x="3620725" y="372750"/>
            <a:chExt cx="1039375" cy="338989"/>
          </a:xfrm>
        </p:grpSpPr>
        <p:sp>
          <p:nvSpPr>
            <p:cNvPr id="835" name="Google Shape;835;p11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1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1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1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1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1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1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1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1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2" name="Google Shape;872;p11"/>
          <p:cNvSpPr/>
          <p:nvPr/>
        </p:nvSpPr>
        <p:spPr>
          <a:xfrm rot="10800000">
            <a:off x="39205" y="-757722"/>
            <a:ext cx="1735200" cy="1735200"/>
          </a:xfrm>
          <a:prstGeom prst="blockArc">
            <a:avLst>
              <a:gd name="adj1" fmla="val 5958233"/>
              <a:gd name="adj2" fmla="val 2313425"/>
              <a:gd name="adj3" fmla="val 2288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1"/>
          <p:cNvSpPr/>
          <p:nvPr/>
        </p:nvSpPr>
        <p:spPr>
          <a:xfrm rot="10800000">
            <a:off x="255950" y="-712275"/>
            <a:ext cx="1643700" cy="1644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4" name="Google Shape;8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787" y="253415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4050" y="1410474"/>
            <a:ext cx="1052700" cy="75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33887" y="4366815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26681" y="2545244"/>
            <a:ext cx="1164725" cy="8351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p11"/>
          <p:cNvGrpSpPr/>
          <p:nvPr/>
        </p:nvGrpSpPr>
        <p:grpSpPr>
          <a:xfrm>
            <a:off x="6889313" y="4472001"/>
            <a:ext cx="2227588" cy="726522"/>
            <a:chOff x="5608450" y="1680311"/>
            <a:chExt cx="1039375" cy="338989"/>
          </a:xfrm>
        </p:grpSpPr>
        <p:sp>
          <p:nvSpPr>
            <p:cNvPr id="879" name="Google Shape;879;p11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1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1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1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1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3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19" name="Google Shape;919;p13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3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1" name="Google Shape;921;p13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13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3" name="Google Shape;923;p13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13"/>
          <p:cNvSpPr txBox="1">
            <a:spLocks noGrp="1"/>
          </p:cNvSpPr>
          <p:nvPr>
            <p:ph type="title" idx="7"/>
          </p:nvPr>
        </p:nvSpPr>
        <p:spPr>
          <a:xfrm>
            <a:off x="57923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5" name="Google Shape;925;p13"/>
          <p:cNvSpPr txBox="1">
            <a:spLocks noGrp="1"/>
          </p:cNvSpPr>
          <p:nvPr>
            <p:ph type="subTitle" idx="8"/>
          </p:nvPr>
        </p:nvSpPr>
        <p:spPr>
          <a:xfrm>
            <a:off x="5792350" y="337662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13"/>
          <p:cNvSpPr txBox="1">
            <a:spLocks noGrp="1"/>
          </p:cNvSpPr>
          <p:nvPr>
            <p:ph type="title" idx="9" hasCustomPrompt="1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7" name="Google Shape;927;p13"/>
          <p:cNvSpPr txBox="1">
            <a:spLocks noGrp="1"/>
          </p:cNvSpPr>
          <p:nvPr>
            <p:ph type="title" idx="13" hasCustomPrompt="1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8" name="Google Shape;928;p13"/>
          <p:cNvSpPr txBox="1">
            <a:spLocks noGrp="1"/>
          </p:cNvSpPr>
          <p:nvPr>
            <p:ph type="title" idx="14" hasCustomPrompt="1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9" name="Google Shape;929;p13"/>
          <p:cNvSpPr txBox="1">
            <a:spLocks noGrp="1"/>
          </p:cNvSpPr>
          <p:nvPr>
            <p:ph type="title" idx="15" hasCustomPrompt="1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930" name="Google Shape;93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537325" y="3653261"/>
            <a:ext cx="2885125" cy="192148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1" name="Google Shape;931;p13"/>
          <p:cNvGrpSpPr/>
          <p:nvPr/>
        </p:nvGrpSpPr>
        <p:grpSpPr>
          <a:xfrm rot="5400000">
            <a:off x="-1082747" y="1310115"/>
            <a:ext cx="2227588" cy="726522"/>
            <a:chOff x="3857800" y="1143286"/>
            <a:chExt cx="1039375" cy="338989"/>
          </a:xfrm>
        </p:grpSpPr>
        <p:sp>
          <p:nvSpPr>
            <p:cNvPr id="932" name="Google Shape;932;p1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3"/>
          <p:cNvGrpSpPr/>
          <p:nvPr/>
        </p:nvGrpSpPr>
        <p:grpSpPr>
          <a:xfrm flipH="1">
            <a:off x="8430779" y="791666"/>
            <a:ext cx="2227588" cy="726522"/>
            <a:chOff x="3620725" y="372750"/>
            <a:chExt cx="1039375" cy="338989"/>
          </a:xfrm>
        </p:grpSpPr>
        <p:sp>
          <p:nvSpPr>
            <p:cNvPr id="963" name="Google Shape;963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6" name="Google Shape;996;p13"/>
          <p:cNvSpPr/>
          <p:nvPr/>
        </p:nvSpPr>
        <p:spPr>
          <a:xfrm rot="8403335">
            <a:off x="-394847" y="-476389"/>
            <a:ext cx="1410650" cy="1410650"/>
          </a:xfrm>
          <a:prstGeom prst="blockArc">
            <a:avLst>
              <a:gd name="adj1" fmla="val 10800000"/>
              <a:gd name="adj2" fmla="val 138617"/>
              <a:gd name="adj3" fmla="val 2112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3"/>
          <p:cNvSpPr/>
          <p:nvPr/>
        </p:nvSpPr>
        <p:spPr>
          <a:xfrm>
            <a:off x="-395376" y="-2179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8" name="Google Shape;998;p13"/>
          <p:cNvGrpSpPr/>
          <p:nvPr/>
        </p:nvGrpSpPr>
        <p:grpSpPr>
          <a:xfrm>
            <a:off x="7753454" y="-41534"/>
            <a:ext cx="2227588" cy="726522"/>
            <a:chOff x="3620725" y="372750"/>
            <a:chExt cx="1039375" cy="338989"/>
          </a:xfrm>
        </p:grpSpPr>
        <p:sp>
          <p:nvSpPr>
            <p:cNvPr id="999" name="Google Shape;999;p13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3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3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3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3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36" name="Google Shape;10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50" y="3899975"/>
            <a:ext cx="1041075" cy="109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7" name="Google Shape;1037;p13"/>
          <p:cNvGrpSpPr/>
          <p:nvPr/>
        </p:nvGrpSpPr>
        <p:grpSpPr>
          <a:xfrm>
            <a:off x="782362" y="4049869"/>
            <a:ext cx="317072" cy="126020"/>
            <a:chOff x="4481802" y="1143286"/>
            <a:chExt cx="147943" cy="58800"/>
          </a:xfrm>
        </p:grpSpPr>
        <p:sp>
          <p:nvSpPr>
            <p:cNvPr id="1038" name="Google Shape;1038;p1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040;p13"/>
          <p:cNvGrpSpPr/>
          <p:nvPr/>
        </p:nvGrpSpPr>
        <p:grpSpPr>
          <a:xfrm>
            <a:off x="4850553" y="4656385"/>
            <a:ext cx="2227589" cy="726958"/>
            <a:chOff x="6972150" y="711750"/>
            <a:chExt cx="1039375" cy="339193"/>
          </a:xfrm>
        </p:grpSpPr>
        <p:sp>
          <p:nvSpPr>
            <p:cNvPr id="1041" name="Google Shape;1041;p13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3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3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3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3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72" name="Google Shape;10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1775" y="280525"/>
            <a:ext cx="923250" cy="12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13"/>
          <p:cNvSpPr/>
          <p:nvPr/>
        </p:nvSpPr>
        <p:spPr>
          <a:xfrm rot="999904">
            <a:off x="3358951" y="4439227"/>
            <a:ext cx="2408148" cy="2408148"/>
          </a:xfrm>
          <a:prstGeom prst="blockArc">
            <a:avLst>
              <a:gd name="adj1" fmla="val 10800000"/>
              <a:gd name="adj2" fmla="val 122097"/>
              <a:gd name="adj3" fmla="val 1551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4"/>
          <p:cNvSpPr txBox="1">
            <a:spLocks noGrp="1"/>
          </p:cNvSpPr>
          <p:nvPr>
            <p:ph type="title"/>
          </p:nvPr>
        </p:nvSpPr>
        <p:spPr>
          <a:xfrm>
            <a:off x="1000772" y="2773363"/>
            <a:ext cx="35676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6" name="Google Shape;1076;p14"/>
          <p:cNvSpPr txBox="1">
            <a:spLocks noGrp="1"/>
          </p:cNvSpPr>
          <p:nvPr>
            <p:ph type="title" idx="2" hasCustomPrompt="1"/>
          </p:nvPr>
        </p:nvSpPr>
        <p:spPr>
          <a:xfrm>
            <a:off x="2160366" y="130633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77" name="Google Shape;1077;p14"/>
          <p:cNvSpPr txBox="1">
            <a:spLocks noGrp="1"/>
          </p:cNvSpPr>
          <p:nvPr>
            <p:ph type="subTitle" idx="1"/>
          </p:nvPr>
        </p:nvSpPr>
        <p:spPr>
          <a:xfrm>
            <a:off x="1410216" y="3586944"/>
            <a:ext cx="2748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14"/>
          <p:cNvSpPr/>
          <p:nvPr/>
        </p:nvSpPr>
        <p:spPr>
          <a:xfrm>
            <a:off x="4902603" y="-760147"/>
            <a:ext cx="1602300" cy="1602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4"/>
          <p:cNvSpPr/>
          <p:nvPr/>
        </p:nvSpPr>
        <p:spPr>
          <a:xfrm flipH="1">
            <a:off x="-720049" y="-504550"/>
            <a:ext cx="1970400" cy="1970400"/>
          </a:xfrm>
          <a:prstGeom prst="blockArc">
            <a:avLst>
              <a:gd name="adj1" fmla="val 3139239"/>
              <a:gd name="adj2" fmla="val 14630311"/>
              <a:gd name="adj3" fmla="val 2349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14"/>
          <p:cNvSpPr/>
          <p:nvPr/>
        </p:nvSpPr>
        <p:spPr>
          <a:xfrm>
            <a:off x="-944548" y="147875"/>
            <a:ext cx="1843800" cy="1843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1" name="Google Shape;1081;p14"/>
          <p:cNvGrpSpPr/>
          <p:nvPr/>
        </p:nvGrpSpPr>
        <p:grpSpPr>
          <a:xfrm rot="10800000" flipH="1">
            <a:off x="51449" y="2982274"/>
            <a:ext cx="526334" cy="2227568"/>
            <a:chOff x="9663874" y="1645892"/>
            <a:chExt cx="526334" cy="2227568"/>
          </a:xfrm>
        </p:grpSpPr>
        <p:sp>
          <p:nvSpPr>
            <p:cNvPr id="1082" name="Google Shape;1082;p14"/>
            <p:cNvSpPr/>
            <p:nvPr/>
          </p:nvSpPr>
          <p:spPr>
            <a:xfrm rot="5400000">
              <a:off x="10064208" y="35564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 rot="5400000">
              <a:off x="9864041" y="374746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 rot="5400000">
              <a:off x="9663874" y="374746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 rot="5400000">
              <a:off x="9864041" y="336535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 rot="5400000">
              <a:off x="9663874" y="336535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 rot="5400000">
              <a:off x="9864041" y="29832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 rot="5400000">
              <a:off x="9663874" y="29832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 rot="5400000">
              <a:off x="9864041" y="317430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 rot="5400000">
              <a:off x="9864041" y="279220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 rot="5400000">
              <a:off x="9663874" y="279220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 rot="5400000">
              <a:off x="10064208" y="24100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 rot="5400000">
              <a:off x="10064208" y="260115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 rot="5400000">
              <a:off x="9864041" y="260115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 rot="5400000">
              <a:off x="10064208" y="221904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 rot="5400000">
              <a:off x="9864041" y="221904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 rot="5400000">
              <a:off x="10064208" y="18369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 rot="5400000">
              <a:off x="9663874" y="18369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 rot="5400000">
              <a:off x="10064208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 rot="5400000">
              <a:off x="9864041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 rot="5400000">
              <a:off x="9663874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 rot="5400000">
              <a:off x="10064208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4"/>
            <p:cNvSpPr/>
            <p:nvPr/>
          </p:nvSpPr>
          <p:spPr>
            <a:xfrm rot="5400000">
              <a:off x="9864041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4"/>
            <p:cNvSpPr/>
            <p:nvPr/>
          </p:nvSpPr>
          <p:spPr>
            <a:xfrm rot="5400000">
              <a:off x="9663874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5" name="Google Shape;1105;p14"/>
          <p:cNvSpPr/>
          <p:nvPr/>
        </p:nvSpPr>
        <p:spPr>
          <a:xfrm>
            <a:off x="5854026" y="386019"/>
            <a:ext cx="5011500" cy="5011500"/>
          </a:xfrm>
          <a:prstGeom prst="blockArc">
            <a:avLst>
              <a:gd name="adj1" fmla="val 3870717"/>
              <a:gd name="adj2" fmla="val 17792570"/>
              <a:gd name="adj3" fmla="val 6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4"/>
          <p:cNvSpPr/>
          <p:nvPr/>
        </p:nvSpPr>
        <p:spPr>
          <a:xfrm>
            <a:off x="5889126" y="254025"/>
            <a:ext cx="4348500" cy="4350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5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5"/>
          <p:cNvSpPr txBox="1">
            <a:spLocks noGrp="1"/>
          </p:cNvSpPr>
          <p:nvPr>
            <p:ph type="title"/>
          </p:nvPr>
        </p:nvSpPr>
        <p:spPr>
          <a:xfrm>
            <a:off x="713425" y="2785350"/>
            <a:ext cx="55323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9" name="Google Shape;1109;p15"/>
          <p:cNvSpPr txBox="1">
            <a:spLocks noGrp="1"/>
          </p:cNvSpPr>
          <p:nvPr>
            <p:ph type="subTitle" idx="1"/>
          </p:nvPr>
        </p:nvSpPr>
        <p:spPr>
          <a:xfrm>
            <a:off x="713400" y="1220875"/>
            <a:ext cx="5532300" cy="15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10" name="Google Shape;1110;p15"/>
          <p:cNvGrpSpPr/>
          <p:nvPr/>
        </p:nvGrpSpPr>
        <p:grpSpPr>
          <a:xfrm>
            <a:off x="6790803" y="4327010"/>
            <a:ext cx="2227589" cy="726958"/>
            <a:chOff x="6972150" y="711750"/>
            <a:chExt cx="1039375" cy="339193"/>
          </a:xfrm>
        </p:grpSpPr>
        <p:sp>
          <p:nvSpPr>
            <p:cNvPr id="1111" name="Google Shape;1111;p15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5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5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5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5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5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5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5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5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5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5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5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5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5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5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5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5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5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5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5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5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5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5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5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5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5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5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5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5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5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5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5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15"/>
          <p:cNvGrpSpPr/>
          <p:nvPr/>
        </p:nvGrpSpPr>
        <p:grpSpPr>
          <a:xfrm flipH="1">
            <a:off x="7179080" y="606666"/>
            <a:ext cx="2227589" cy="1527191"/>
            <a:chOff x="5519300" y="372750"/>
            <a:chExt cx="1039375" cy="712575"/>
          </a:xfrm>
        </p:grpSpPr>
        <p:sp>
          <p:nvSpPr>
            <p:cNvPr id="1144" name="Google Shape;1144;p1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1" name="Google Shape;1211;p15"/>
          <p:cNvSpPr/>
          <p:nvPr/>
        </p:nvSpPr>
        <p:spPr>
          <a:xfrm flipH="1">
            <a:off x="-844101" y="4093890"/>
            <a:ext cx="1916700" cy="1916700"/>
          </a:xfrm>
          <a:prstGeom prst="blockArc">
            <a:avLst>
              <a:gd name="adj1" fmla="val 7189467"/>
              <a:gd name="adj2" fmla="val 18520015"/>
              <a:gd name="adj3" fmla="val 2303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214" name="Google Shape;1214;p16"/>
          <p:cNvGrpSpPr/>
          <p:nvPr/>
        </p:nvGrpSpPr>
        <p:grpSpPr>
          <a:xfrm rot="-5400000" flipH="1">
            <a:off x="7821325" y="679905"/>
            <a:ext cx="2227588" cy="726522"/>
            <a:chOff x="3799000" y="1820400"/>
            <a:chExt cx="1039375" cy="338989"/>
          </a:xfrm>
        </p:grpSpPr>
        <p:sp>
          <p:nvSpPr>
            <p:cNvPr id="1215" name="Google Shape;1215;p16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0" name="Google Shape;1250;p16"/>
          <p:cNvGrpSpPr/>
          <p:nvPr/>
        </p:nvGrpSpPr>
        <p:grpSpPr>
          <a:xfrm flipH="1">
            <a:off x="-1654513" y="2869728"/>
            <a:ext cx="2227589" cy="1527191"/>
            <a:chOff x="5519300" y="372750"/>
            <a:chExt cx="1039375" cy="712575"/>
          </a:xfrm>
        </p:grpSpPr>
        <p:sp>
          <p:nvSpPr>
            <p:cNvPr id="1251" name="Google Shape;1251;p16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8" name="Google Shape;1318;p16"/>
          <p:cNvSpPr/>
          <p:nvPr/>
        </p:nvSpPr>
        <p:spPr>
          <a:xfrm rot="899876" flipH="1">
            <a:off x="-1364959" y="4184160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16"/>
          <p:cNvSpPr/>
          <p:nvPr/>
        </p:nvSpPr>
        <p:spPr>
          <a:xfrm flipH="1">
            <a:off x="-850779" y="4573892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16"/>
          <p:cNvSpPr/>
          <p:nvPr/>
        </p:nvSpPr>
        <p:spPr>
          <a:xfrm>
            <a:off x="8681330" y="1443900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16"/>
          <p:cNvSpPr/>
          <p:nvPr/>
        </p:nvSpPr>
        <p:spPr>
          <a:xfrm>
            <a:off x="8776832" y="1556676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16"/>
          <p:cNvSpPr/>
          <p:nvPr/>
        </p:nvSpPr>
        <p:spPr>
          <a:xfrm rot="3508339" flipH="1">
            <a:off x="-1727887" y="-2075610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7"/>
          <p:cNvSpPr txBox="1">
            <a:spLocks noGrp="1"/>
          </p:cNvSpPr>
          <p:nvPr>
            <p:ph type="title"/>
          </p:nvPr>
        </p:nvSpPr>
        <p:spPr>
          <a:xfrm>
            <a:off x="4450946" y="1493550"/>
            <a:ext cx="34932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325" name="Google Shape;1325;p17"/>
          <p:cNvSpPr txBox="1">
            <a:spLocks noGrp="1"/>
          </p:cNvSpPr>
          <p:nvPr>
            <p:ph type="subTitle" idx="1"/>
          </p:nvPr>
        </p:nvSpPr>
        <p:spPr>
          <a:xfrm>
            <a:off x="4450925" y="2634150"/>
            <a:ext cx="3493200" cy="10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6" name="Google Shape;1326;p17"/>
          <p:cNvSpPr/>
          <p:nvPr/>
        </p:nvSpPr>
        <p:spPr>
          <a:xfrm rot="-5400000">
            <a:off x="3094299" y="4025425"/>
            <a:ext cx="2102100" cy="2102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7" name="Google Shape;1327;p17"/>
          <p:cNvGrpSpPr/>
          <p:nvPr/>
        </p:nvGrpSpPr>
        <p:grpSpPr>
          <a:xfrm>
            <a:off x="7342730" y="-239484"/>
            <a:ext cx="2227589" cy="1527191"/>
            <a:chOff x="5519300" y="372750"/>
            <a:chExt cx="1039375" cy="712575"/>
          </a:xfrm>
        </p:grpSpPr>
        <p:sp>
          <p:nvSpPr>
            <p:cNvPr id="1328" name="Google Shape;1328;p1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1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1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1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1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1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1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1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1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1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1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1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1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1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1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1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1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5" name="Google Shape;1395;p17"/>
          <p:cNvSpPr/>
          <p:nvPr/>
        </p:nvSpPr>
        <p:spPr>
          <a:xfrm rot="-1856039">
            <a:off x="8454804" y="1900412"/>
            <a:ext cx="2574846" cy="2574846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17"/>
          <p:cNvSpPr/>
          <p:nvPr/>
        </p:nvSpPr>
        <p:spPr>
          <a:xfrm>
            <a:off x="8472788" y="1832675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7" name="Google Shape;1397;p17"/>
          <p:cNvSpPr/>
          <p:nvPr/>
        </p:nvSpPr>
        <p:spPr>
          <a:xfrm rot="-6009249">
            <a:off x="4503832" y="-1121226"/>
            <a:ext cx="2030097" cy="2030097"/>
          </a:xfrm>
          <a:prstGeom prst="blockArc">
            <a:avLst>
              <a:gd name="adj1" fmla="val 5958233"/>
              <a:gd name="adj2" fmla="val 17663173"/>
              <a:gd name="adj3" fmla="val 2497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17"/>
          <p:cNvSpPr/>
          <p:nvPr/>
        </p:nvSpPr>
        <p:spPr>
          <a:xfrm rot="-8814536">
            <a:off x="-1455112" y="-720135"/>
            <a:ext cx="3302921" cy="3302921"/>
          </a:xfrm>
          <a:prstGeom prst="blockArc">
            <a:avLst>
              <a:gd name="adj1" fmla="val 5958233"/>
              <a:gd name="adj2" fmla="val 15340052"/>
              <a:gd name="adj3" fmla="val 859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"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8"/>
          <p:cNvSpPr txBox="1">
            <a:spLocks noGrp="1"/>
          </p:cNvSpPr>
          <p:nvPr>
            <p:ph type="subTitle" idx="1"/>
          </p:nvPr>
        </p:nvSpPr>
        <p:spPr>
          <a:xfrm>
            <a:off x="5406338" y="3248988"/>
            <a:ext cx="23457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1" name="Google Shape;1401;p18"/>
          <p:cNvSpPr txBox="1">
            <a:spLocks noGrp="1"/>
          </p:cNvSpPr>
          <p:nvPr>
            <p:ph type="title"/>
          </p:nvPr>
        </p:nvSpPr>
        <p:spPr>
          <a:xfrm>
            <a:off x="5406338" y="847788"/>
            <a:ext cx="2345700" cy="240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402" name="Google Shape;1402;p18"/>
          <p:cNvGrpSpPr/>
          <p:nvPr/>
        </p:nvGrpSpPr>
        <p:grpSpPr>
          <a:xfrm rot="5400000">
            <a:off x="7715578" y="1640303"/>
            <a:ext cx="2227588" cy="726522"/>
            <a:chOff x="3857800" y="1143286"/>
            <a:chExt cx="1039375" cy="338989"/>
          </a:xfrm>
        </p:grpSpPr>
        <p:sp>
          <p:nvSpPr>
            <p:cNvPr id="1403" name="Google Shape;1403;p1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3" name="Google Shape;1433;p18"/>
          <p:cNvSpPr/>
          <p:nvPr/>
        </p:nvSpPr>
        <p:spPr>
          <a:xfrm>
            <a:off x="7939983" y="-460465"/>
            <a:ext cx="2574600" cy="2574600"/>
          </a:xfrm>
          <a:prstGeom prst="blockArc">
            <a:avLst>
              <a:gd name="adj1" fmla="val 4995051"/>
              <a:gd name="adj2" fmla="val 15534555"/>
              <a:gd name="adj3" fmla="val 1247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18"/>
          <p:cNvSpPr/>
          <p:nvPr/>
        </p:nvSpPr>
        <p:spPr>
          <a:xfrm>
            <a:off x="8118303" y="-528275"/>
            <a:ext cx="2175600" cy="2176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5" name="Google Shape;1435;p18"/>
          <p:cNvGrpSpPr/>
          <p:nvPr/>
        </p:nvGrpSpPr>
        <p:grpSpPr>
          <a:xfrm>
            <a:off x="3961221" y="4604105"/>
            <a:ext cx="2227588" cy="726522"/>
            <a:chOff x="5608450" y="1680311"/>
            <a:chExt cx="1039375" cy="338989"/>
          </a:xfrm>
        </p:grpSpPr>
        <p:sp>
          <p:nvSpPr>
            <p:cNvPr id="1436" name="Google Shape;1436;p18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8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8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18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18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18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18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18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18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18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18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18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18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18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18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18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18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18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18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18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18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18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2" name="Google Shape;1472;p18"/>
          <p:cNvSpPr>
            <a:spLocks noGrp="1"/>
          </p:cNvSpPr>
          <p:nvPr>
            <p:ph type="pic" idx="2"/>
          </p:nvPr>
        </p:nvSpPr>
        <p:spPr>
          <a:xfrm>
            <a:off x="-597325" y="-973050"/>
            <a:ext cx="5239500" cy="5239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"/>
          <p:cNvSpPr txBox="1">
            <a:spLocks noGrp="1"/>
          </p:cNvSpPr>
          <p:nvPr>
            <p:ph type="subTitle" idx="1"/>
          </p:nvPr>
        </p:nvSpPr>
        <p:spPr>
          <a:xfrm>
            <a:off x="1261600" y="3442625"/>
            <a:ext cx="3045600" cy="8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5" name="Google Shape;1475;p19"/>
          <p:cNvSpPr txBox="1">
            <a:spLocks noGrp="1"/>
          </p:cNvSpPr>
          <p:nvPr>
            <p:ph type="title"/>
          </p:nvPr>
        </p:nvSpPr>
        <p:spPr>
          <a:xfrm>
            <a:off x="1261600" y="2754425"/>
            <a:ext cx="30456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476" name="Google Shape;1476;p19"/>
          <p:cNvGrpSpPr/>
          <p:nvPr/>
        </p:nvGrpSpPr>
        <p:grpSpPr>
          <a:xfrm>
            <a:off x="5306305" y="3420416"/>
            <a:ext cx="2227589" cy="1527191"/>
            <a:chOff x="5519300" y="372750"/>
            <a:chExt cx="1039375" cy="712575"/>
          </a:xfrm>
        </p:grpSpPr>
        <p:sp>
          <p:nvSpPr>
            <p:cNvPr id="1477" name="Google Shape;1477;p19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9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9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9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9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9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9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9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9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9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9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9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9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9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9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9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9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9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9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9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4" name="Google Shape;1544;p19"/>
          <p:cNvSpPr/>
          <p:nvPr/>
        </p:nvSpPr>
        <p:spPr>
          <a:xfrm rot="5400000">
            <a:off x="4155725" y="4470421"/>
            <a:ext cx="1647000" cy="1647000"/>
          </a:xfrm>
          <a:prstGeom prst="blockArc">
            <a:avLst>
              <a:gd name="adj1" fmla="val 4879357"/>
              <a:gd name="adj2" fmla="val 17324067"/>
              <a:gd name="adj3" fmla="val 2579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19"/>
          <p:cNvSpPr/>
          <p:nvPr/>
        </p:nvSpPr>
        <p:spPr>
          <a:xfrm rot="10800000" flipH="1">
            <a:off x="4073085" y="4576593"/>
            <a:ext cx="15267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19"/>
          <p:cNvSpPr/>
          <p:nvPr/>
        </p:nvSpPr>
        <p:spPr>
          <a:xfrm flipH="1">
            <a:off x="-1308567" y="-93890"/>
            <a:ext cx="2574600" cy="2574600"/>
          </a:xfrm>
          <a:prstGeom prst="blockArc">
            <a:avLst>
              <a:gd name="adj1" fmla="val 4879357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19"/>
          <p:cNvSpPr/>
          <p:nvPr/>
        </p:nvSpPr>
        <p:spPr>
          <a:xfrm flipH="1">
            <a:off x="-564297" y="-1617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8" name="Google Shape;1548;p19"/>
          <p:cNvGrpSpPr/>
          <p:nvPr/>
        </p:nvGrpSpPr>
        <p:grpSpPr>
          <a:xfrm flipH="1">
            <a:off x="7316928" y="167285"/>
            <a:ext cx="2227589" cy="726958"/>
            <a:chOff x="6972150" y="711750"/>
            <a:chExt cx="1039375" cy="339193"/>
          </a:xfrm>
        </p:grpSpPr>
        <p:sp>
          <p:nvSpPr>
            <p:cNvPr id="1549" name="Google Shape;1549;p19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9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9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9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"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20"/>
          <p:cNvSpPr/>
          <p:nvPr/>
        </p:nvSpPr>
        <p:spPr>
          <a:xfrm rot="-5400000">
            <a:off x="2057213" y="-1133420"/>
            <a:ext cx="2574600" cy="2574600"/>
          </a:xfrm>
          <a:prstGeom prst="blockArc">
            <a:avLst>
              <a:gd name="adj1" fmla="val 3945880"/>
              <a:gd name="adj2" fmla="val 17571315"/>
              <a:gd name="adj3" fmla="val 91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20"/>
          <p:cNvSpPr txBox="1">
            <a:spLocks noGrp="1"/>
          </p:cNvSpPr>
          <p:nvPr>
            <p:ph type="subTitle" idx="1"/>
          </p:nvPr>
        </p:nvSpPr>
        <p:spPr>
          <a:xfrm>
            <a:off x="4742550" y="2525550"/>
            <a:ext cx="327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20"/>
          <p:cNvSpPr txBox="1">
            <a:spLocks noGrp="1"/>
          </p:cNvSpPr>
          <p:nvPr>
            <p:ph type="title"/>
          </p:nvPr>
        </p:nvSpPr>
        <p:spPr>
          <a:xfrm>
            <a:off x="4742550" y="1786650"/>
            <a:ext cx="32784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85" name="Google Shape;1585;p20"/>
          <p:cNvSpPr/>
          <p:nvPr/>
        </p:nvSpPr>
        <p:spPr>
          <a:xfrm rot="-5400000">
            <a:off x="2294425" y="-560575"/>
            <a:ext cx="1900500" cy="190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6" name="Google Shape;1586;p20"/>
          <p:cNvGrpSpPr/>
          <p:nvPr/>
        </p:nvGrpSpPr>
        <p:grpSpPr>
          <a:xfrm>
            <a:off x="269278" y="4129948"/>
            <a:ext cx="2227589" cy="726958"/>
            <a:chOff x="6972150" y="711750"/>
            <a:chExt cx="1039375" cy="339193"/>
          </a:xfrm>
        </p:grpSpPr>
        <p:sp>
          <p:nvSpPr>
            <p:cNvPr id="1587" name="Google Shape;1587;p20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0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0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0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0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0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0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0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0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0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0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0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0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20"/>
          <p:cNvGrpSpPr/>
          <p:nvPr/>
        </p:nvGrpSpPr>
        <p:grpSpPr>
          <a:xfrm rot="-5400000">
            <a:off x="-80933" y="615228"/>
            <a:ext cx="2227589" cy="1527191"/>
            <a:chOff x="5519300" y="372750"/>
            <a:chExt cx="1039375" cy="712575"/>
          </a:xfrm>
        </p:grpSpPr>
        <p:sp>
          <p:nvSpPr>
            <p:cNvPr id="1620" name="Google Shape;1620;p20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0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0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0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0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0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0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0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0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0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0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0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0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0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0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0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0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0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0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0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0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0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0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0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0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0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0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0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0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0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0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0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0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0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0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0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0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0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0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0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21"/>
          <p:cNvSpPr txBox="1">
            <a:spLocks noGrp="1"/>
          </p:cNvSpPr>
          <p:nvPr>
            <p:ph type="subTitle" idx="1"/>
          </p:nvPr>
        </p:nvSpPr>
        <p:spPr>
          <a:xfrm>
            <a:off x="1379100" y="2694888"/>
            <a:ext cx="23370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9" name="Google Shape;1689;p21"/>
          <p:cNvSpPr txBox="1">
            <a:spLocks noGrp="1"/>
          </p:cNvSpPr>
          <p:nvPr>
            <p:ph type="title"/>
          </p:nvPr>
        </p:nvSpPr>
        <p:spPr>
          <a:xfrm>
            <a:off x="1379100" y="1401888"/>
            <a:ext cx="2337000" cy="12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690" name="Google Shape;1690;p21"/>
          <p:cNvGrpSpPr/>
          <p:nvPr/>
        </p:nvGrpSpPr>
        <p:grpSpPr>
          <a:xfrm>
            <a:off x="3420104" y="-68109"/>
            <a:ext cx="2227588" cy="726522"/>
            <a:chOff x="3620725" y="372750"/>
            <a:chExt cx="1039375" cy="338989"/>
          </a:xfrm>
        </p:grpSpPr>
        <p:sp>
          <p:nvSpPr>
            <p:cNvPr id="1691" name="Google Shape;1691;p21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1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1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21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21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21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21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21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21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21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21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21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21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21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21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21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21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21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21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21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21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21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21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8" name="Google Shape;1728;p21"/>
          <p:cNvGrpSpPr/>
          <p:nvPr/>
        </p:nvGrpSpPr>
        <p:grpSpPr>
          <a:xfrm rot="5400000">
            <a:off x="-820629" y="932205"/>
            <a:ext cx="2227588" cy="726522"/>
            <a:chOff x="5608450" y="1680311"/>
            <a:chExt cx="1039375" cy="338989"/>
          </a:xfrm>
        </p:grpSpPr>
        <p:sp>
          <p:nvSpPr>
            <p:cNvPr id="1729" name="Google Shape;1729;p21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21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21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21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21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21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1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1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1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1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1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1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1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1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1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1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1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1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1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1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1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1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1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1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1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1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1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1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5" name="Google Shape;1765;p21"/>
          <p:cNvSpPr/>
          <p:nvPr/>
        </p:nvSpPr>
        <p:spPr>
          <a:xfrm flipH="1">
            <a:off x="-1017276" y="1761349"/>
            <a:ext cx="1915200" cy="1915200"/>
          </a:xfrm>
          <a:prstGeom prst="blockArc">
            <a:avLst>
              <a:gd name="adj1" fmla="val 4170144"/>
              <a:gd name="adj2" fmla="val 17768977"/>
              <a:gd name="adj3" fmla="val 2204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p21"/>
          <p:cNvSpPr/>
          <p:nvPr/>
        </p:nvSpPr>
        <p:spPr>
          <a:xfrm>
            <a:off x="2756688" y="-791362"/>
            <a:ext cx="15267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7" name="Google Shape;1767;p21"/>
          <p:cNvGrpSpPr/>
          <p:nvPr/>
        </p:nvGrpSpPr>
        <p:grpSpPr>
          <a:xfrm>
            <a:off x="6980855" y="3676541"/>
            <a:ext cx="2227589" cy="1527191"/>
            <a:chOff x="5519300" y="372750"/>
            <a:chExt cx="1039375" cy="712575"/>
          </a:xfrm>
        </p:grpSpPr>
        <p:sp>
          <p:nvSpPr>
            <p:cNvPr id="1768" name="Google Shape;1768;p2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2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2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2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2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2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2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2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_1_1_1_1_1">
    <p:spTree>
      <p:nvGrpSpPr>
        <p:cNvPr id="1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22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835" name="Google Shape;1835;p22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836" name="Google Shape;1836;p22"/>
          <p:cNvGrpSpPr/>
          <p:nvPr/>
        </p:nvGrpSpPr>
        <p:grpSpPr>
          <a:xfrm rot="5400000">
            <a:off x="-809808" y="679905"/>
            <a:ext cx="2227588" cy="726522"/>
            <a:chOff x="3799000" y="1820400"/>
            <a:chExt cx="1039375" cy="338989"/>
          </a:xfrm>
        </p:grpSpPr>
        <p:sp>
          <p:nvSpPr>
            <p:cNvPr id="1837" name="Google Shape;1837;p22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22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22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22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22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22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22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22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22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22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2" name="Google Shape;1872;p22"/>
          <p:cNvGrpSpPr/>
          <p:nvPr/>
        </p:nvGrpSpPr>
        <p:grpSpPr>
          <a:xfrm>
            <a:off x="8402730" y="2587316"/>
            <a:ext cx="2227589" cy="1527191"/>
            <a:chOff x="5519300" y="372750"/>
            <a:chExt cx="1039375" cy="712575"/>
          </a:xfrm>
        </p:grpSpPr>
        <p:sp>
          <p:nvSpPr>
            <p:cNvPr id="1873" name="Google Shape;1873;p2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40" name="Google Shape;1940;p22"/>
          <p:cNvSpPr/>
          <p:nvPr/>
        </p:nvSpPr>
        <p:spPr>
          <a:xfrm rot="-899876">
            <a:off x="8160183" y="3901748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22"/>
          <p:cNvSpPr/>
          <p:nvPr/>
        </p:nvSpPr>
        <p:spPr>
          <a:xfrm>
            <a:off x="8167884" y="4291480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2" name="Google Shape;1942;p22"/>
          <p:cNvSpPr/>
          <p:nvPr/>
        </p:nvSpPr>
        <p:spPr>
          <a:xfrm flipH="1">
            <a:off x="-2104850" y="2015612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3" name="Google Shape;1943;p22"/>
          <p:cNvSpPr/>
          <p:nvPr/>
        </p:nvSpPr>
        <p:spPr>
          <a:xfrm flipH="1">
            <a:off x="-1488152" y="2128389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4" name="Google Shape;194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074" y="3095000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5" name="Google Shape;1945;p22"/>
          <p:cNvSpPr/>
          <p:nvPr/>
        </p:nvSpPr>
        <p:spPr>
          <a:xfrm rot="-3508339">
            <a:off x="8149368" y="-1588885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23"/>
          <p:cNvSpPr txBox="1">
            <a:spLocks noGrp="1"/>
          </p:cNvSpPr>
          <p:nvPr>
            <p:ph type="title"/>
          </p:nvPr>
        </p:nvSpPr>
        <p:spPr>
          <a:xfrm>
            <a:off x="3970800" y="445025"/>
            <a:ext cx="44838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48" name="Google Shape;1948;p23"/>
          <p:cNvSpPr txBox="1">
            <a:spLocks noGrp="1"/>
          </p:cNvSpPr>
          <p:nvPr>
            <p:ph type="title" idx="2"/>
          </p:nvPr>
        </p:nvSpPr>
        <p:spPr>
          <a:xfrm>
            <a:off x="5277829" y="1379975"/>
            <a:ext cx="285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9" name="Google Shape;1949;p23"/>
          <p:cNvSpPr txBox="1">
            <a:spLocks noGrp="1"/>
          </p:cNvSpPr>
          <p:nvPr>
            <p:ph type="subTitle" idx="1"/>
          </p:nvPr>
        </p:nvSpPr>
        <p:spPr>
          <a:xfrm>
            <a:off x="5277829" y="1809524"/>
            <a:ext cx="285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0" name="Google Shape;1950;p23"/>
          <p:cNvSpPr txBox="1">
            <a:spLocks noGrp="1"/>
          </p:cNvSpPr>
          <p:nvPr>
            <p:ph type="title" idx="3"/>
          </p:nvPr>
        </p:nvSpPr>
        <p:spPr>
          <a:xfrm>
            <a:off x="5277825" y="3050476"/>
            <a:ext cx="2858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51" name="Google Shape;1951;p23"/>
          <p:cNvSpPr txBox="1">
            <a:spLocks noGrp="1"/>
          </p:cNvSpPr>
          <p:nvPr>
            <p:ph type="subTitle" idx="4"/>
          </p:nvPr>
        </p:nvSpPr>
        <p:spPr>
          <a:xfrm>
            <a:off x="5277825" y="3480025"/>
            <a:ext cx="285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2" name="Google Shape;1952;p23"/>
          <p:cNvSpPr/>
          <p:nvPr/>
        </p:nvSpPr>
        <p:spPr>
          <a:xfrm flipH="1">
            <a:off x="-1229493" y="2407871"/>
            <a:ext cx="2468100" cy="2468100"/>
          </a:xfrm>
          <a:prstGeom prst="blockArc">
            <a:avLst>
              <a:gd name="adj1" fmla="val 4832860"/>
              <a:gd name="adj2" fmla="val 19296739"/>
              <a:gd name="adj3" fmla="val 923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3" name="Google Shape;1953;p23"/>
          <p:cNvSpPr/>
          <p:nvPr/>
        </p:nvSpPr>
        <p:spPr>
          <a:xfrm>
            <a:off x="-753325" y="2573175"/>
            <a:ext cx="1725900" cy="1725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4" name="Google Shape;1954;p23"/>
          <p:cNvGrpSpPr/>
          <p:nvPr/>
        </p:nvGrpSpPr>
        <p:grpSpPr>
          <a:xfrm rot="-5400000">
            <a:off x="7773103" y="3158403"/>
            <a:ext cx="2227588" cy="726522"/>
            <a:chOff x="3857800" y="1143286"/>
            <a:chExt cx="1039375" cy="338989"/>
          </a:xfrm>
        </p:grpSpPr>
        <p:sp>
          <p:nvSpPr>
            <p:cNvPr id="1955" name="Google Shape;1955;p2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5" name="Google Shape;1985;p23"/>
          <p:cNvSpPr/>
          <p:nvPr/>
        </p:nvSpPr>
        <p:spPr>
          <a:xfrm>
            <a:off x="8622516" y="1485980"/>
            <a:ext cx="1378800" cy="1378800"/>
          </a:xfrm>
          <a:prstGeom prst="blockArc">
            <a:avLst>
              <a:gd name="adj1" fmla="val 4832860"/>
              <a:gd name="adj2" fmla="val 18782450"/>
              <a:gd name="adj3" fmla="val 2026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6" name="Google Shape;1986;p23"/>
          <p:cNvSpPr/>
          <p:nvPr/>
        </p:nvSpPr>
        <p:spPr>
          <a:xfrm>
            <a:off x="2468575" y="-646225"/>
            <a:ext cx="1185600" cy="1185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_1">
    <p:spTree>
      <p:nvGrpSpPr>
        <p:cNvPr id="1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2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89" name="Google Shape;1989;p24"/>
          <p:cNvSpPr txBox="1">
            <a:spLocks noGrp="1"/>
          </p:cNvSpPr>
          <p:nvPr>
            <p:ph type="title" idx="2"/>
          </p:nvPr>
        </p:nvSpPr>
        <p:spPr>
          <a:xfrm>
            <a:off x="2079069" y="3009750"/>
            <a:ext cx="2083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0" name="Google Shape;1990;p24"/>
          <p:cNvSpPr txBox="1">
            <a:spLocks noGrp="1"/>
          </p:cNvSpPr>
          <p:nvPr>
            <p:ph type="subTitle" idx="1"/>
          </p:nvPr>
        </p:nvSpPr>
        <p:spPr>
          <a:xfrm>
            <a:off x="2079069" y="3439300"/>
            <a:ext cx="2083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1" name="Google Shape;1991;p24"/>
          <p:cNvSpPr txBox="1">
            <a:spLocks noGrp="1"/>
          </p:cNvSpPr>
          <p:nvPr>
            <p:ph type="title" idx="3"/>
          </p:nvPr>
        </p:nvSpPr>
        <p:spPr>
          <a:xfrm>
            <a:off x="4981131" y="3009750"/>
            <a:ext cx="2083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2" name="Google Shape;1992;p24"/>
          <p:cNvSpPr txBox="1">
            <a:spLocks noGrp="1"/>
          </p:cNvSpPr>
          <p:nvPr>
            <p:ph type="subTitle" idx="4"/>
          </p:nvPr>
        </p:nvSpPr>
        <p:spPr>
          <a:xfrm>
            <a:off x="4981131" y="3439300"/>
            <a:ext cx="2083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3" name="Google Shape;1993;p2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4" name="Google Shape;1994;p2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1995" name="Google Shape;1995;p2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2" name="Google Shape;2062;p2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2063" name="Google Shape;2063;p2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2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0" name="Google Shape;210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2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2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3" name="Google Shape;21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2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5" name="Google Shape;2105;p2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6" name="Google Shape;21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7" name="Google Shape;21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8" name="Google Shape;21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_1_1_2"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5"/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5"/>
          <p:cNvSpPr txBox="1">
            <a:spLocks noGrp="1"/>
          </p:cNvSpPr>
          <p:nvPr>
            <p:ph type="subTitle" idx="2"/>
          </p:nvPr>
        </p:nvSpPr>
        <p:spPr>
          <a:xfrm>
            <a:off x="4770564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3" name="Google Shape;2113;p25"/>
          <p:cNvGrpSpPr/>
          <p:nvPr/>
        </p:nvGrpSpPr>
        <p:grpSpPr>
          <a:xfrm rot="5400000">
            <a:off x="-716077" y="3282010"/>
            <a:ext cx="2227568" cy="326604"/>
            <a:chOff x="5911703" y="-1770615"/>
            <a:chExt cx="2227568" cy="326604"/>
          </a:xfrm>
        </p:grpSpPr>
        <p:sp>
          <p:nvSpPr>
            <p:cNvPr id="2114" name="Google Shape;2114;p25"/>
            <p:cNvSpPr/>
            <p:nvPr/>
          </p:nvSpPr>
          <p:spPr>
            <a:xfrm>
              <a:off x="8013271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7631168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24906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705801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0275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6293806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1170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782221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801327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7249064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44011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5801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67590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86696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84858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29380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1170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1" name="Google Shape;2131;p25"/>
          <p:cNvSpPr/>
          <p:nvPr/>
        </p:nvSpPr>
        <p:spPr>
          <a:xfrm rot="8223760" flipH="1">
            <a:off x="8066614" y="3302903"/>
            <a:ext cx="1986206" cy="1986646"/>
          </a:xfrm>
          <a:prstGeom prst="blockArc">
            <a:avLst>
              <a:gd name="adj1" fmla="val 5100224"/>
              <a:gd name="adj2" fmla="val 16890590"/>
              <a:gd name="adj3" fmla="val 2586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5"/>
          <p:cNvSpPr/>
          <p:nvPr/>
        </p:nvSpPr>
        <p:spPr>
          <a:xfrm rot="8223572" flipH="1">
            <a:off x="8098025" y="3495149"/>
            <a:ext cx="1534706" cy="153472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5"/>
          <p:cNvSpPr/>
          <p:nvPr/>
        </p:nvSpPr>
        <p:spPr>
          <a:xfrm rot="656896" flipH="1">
            <a:off x="-1466385" y="950324"/>
            <a:ext cx="2255655" cy="2255712"/>
          </a:xfrm>
          <a:prstGeom prst="blockArc">
            <a:avLst>
              <a:gd name="adj1" fmla="val 5100224"/>
              <a:gd name="adj2" fmla="val 17105252"/>
              <a:gd name="adj3" fmla="val 229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5"/>
          <p:cNvSpPr/>
          <p:nvPr/>
        </p:nvSpPr>
        <p:spPr>
          <a:xfrm rot="656663" flipH="1">
            <a:off x="-951810" y="1473801"/>
            <a:ext cx="1742900" cy="174295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25"/>
          <p:cNvGrpSpPr/>
          <p:nvPr/>
        </p:nvGrpSpPr>
        <p:grpSpPr>
          <a:xfrm rot="-5400000" flipH="1">
            <a:off x="7876900" y="1636706"/>
            <a:ext cx="2036537" cy="726522"/>
            <a:chOff x="5697593" y="1680311"/>
            <a:chExt cx="950232" cy="338989"/>
          </a:xfrm>
        </p:grpSpPr>
        <p:sp>
          <p:nvSpPr>
            <p:cNvPr id="2136" name="Google Shape;2136;p2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flipH="1">
            <a:off x="-381821" y="-103359"/>
            <a:ext cx="2227588" cy="726522"/>
            <a:chOff x="3620725" y="372750"/>
            <a:chExt cx="1039375" cy="338989"/>
          </a:xfrm>
        </p:grpSpPr>
        <p:sp>
          <p:nvSpPr>
            <p:cNvPr id="2167" name="Google Shape;2167;p25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4" name="Google Shape;22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4597" y="3947683"/>
            <a:ext cx="665700" cy="11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25"/>
          <p:cNvSpPr/>
          <p:nvPr/>
        </p:nvSpPr>
        <p:spPr>
          <a:xfrm rot="-4743008" flipH="1">
            <a:off x="936100" y="4678764"/>
            <a:ext cx="2593314" cy="2593371"/>
          </a:xfrm>
          <a:prstGeom prst="blockArc">
            <a:avLst>
              <a:gd name="adj1" fmla="val 5100224"/>
              <a:gd name="adj2" fmla="val 16747037"/>
              <a:gd name="adj3" fmla="val 1124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25"/>
          <p:cNvSpPr/>
          <p:nvPr/>
        </p:nvSpPr>
        <p:spPr>
          <a:xfrm rot="-4743408" flipH="1">
            <a:off x="1537977" y="4676626"/>
            <a:ext cx="2003838" cy="200389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_1_1"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2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09" name="Google Shape;2209;p26"/>
          <p:cNvSpPr txBox="1">
            <a:spLocks noGrp="1"/>
          </p:cNvSpPr>
          <p:nvPr>
            <p:ph type="title" idx="2"/>
          </p:nvPr>
        </p:nvSpPr>
        <p:spPr>
          <a:xfrm>
            <a:off x="109920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0" name="Google Shape;2210;p26"/>
          <p:cNvSpPr txBox="1">
            <a:spLocks noGrp="1"/>
          </p:cNvSpPr>
          <p:nvPr>
            <p:ph type="subTitle" idx="1"/>
          </p:nvPr>
        </p:nvSpPr>
        <p:spPr>
          <a:xfrm>
            <a:off x="1099200" y="3370599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1" name="Google Shape;2211;p26"/>
          <p:cNvSpPr txBox="1">
            <a:spLocks noGrp="1"/>
          </p:cNvSpPr>
          <p:nvPr>
            <p:ph type="title" idx="3"/>
          </p:nvPr>
        </p:nvSpPr>
        <p:spPr>
          <a:xfrm>
            <a:off x="3528012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2" name="Google Shape;2212;p26"/>
          <p:cNvSpPr txBox="1">
            <a:spLocks noGrp="1"/>
          </p:cNvSpPr>
          <p:nvPr>
            <p:ph type="subTitle" idx="4"/>
          </p:nvPr>
        </p:nvSpPr>
        <p:spPr>
          <a:xfrm>
            <a:off x="3528012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3" name="Google Shape;2213;p26"/>
          <p:cNvSpPr txBox="1">
            <a:spLocks noGrp="1"/>
          </p:cNvSpPr>
          <p:nvPr>
            <p:ph type="title" idx="5"/>
          </p:nvPr>
        </p:nvSpPr>
        <p:spPr>
          <a:xfrm>
            <a:off x="595675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4" name="Google Shape;2214;p26"/>
          <p:cNvSpPr txBox="1">
            <a:spLocks noGrp="1"/>
          </p:cNvSpPr>
          <p:nvPr>
            <p:ph type="subTitle" idx="6"/>
          </p:nvPr>
        </p:nvSpPr>
        <p:spPr>
          <a:xfrm>
            <a:off x="5956750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5" name="Google Shape;2215;p26"/>
          <p:cNvGrpSpPr/>
          <p:nvPr/>
        </p:nvGrpSpPr>
        <p:grpSpPr>
          <a:xfrm>
            <a:off x="7130578" y="4680303"/>
            <a:ext cx="2227588" cy="726522"/>
            <a:chOff x="3857800" y="1143286"/>
            <a:chExt cx="1039375" cy="338989"/>
          </a:xfrm>
        </p:grpSpPr>
        <p:sp>
          <p:nvSpPr>
            <p:cNvPr id="2216" name="Google Shape;2216;p26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6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6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6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6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6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6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26"/>
          <p:cNvGrpSpPr/>
          <p:nvPr/>
        </p:nvGrpSpPr>
        <p:grpSpPr>
          <a:xfrm>
            <a:off x="-254692" y="-76870"/>
            <a:ext cx="2227588" cy="726522"/>
            <a:chOff x="5608450" y="1680311"/>
            <a:chExt cx="1039375" cy="338989"/>
          </a:xfrm>
        </p:grpSpPr>
        <p:sp>
          <p:nvSpPr>
            <p:cNvPr id="2247" name="Google Shape;2247;p26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6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6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6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6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6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6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6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6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6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6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6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6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6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6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6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6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6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6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3" name="Google Shape;2283;p26"/>
          <p:cNvSpPr/>
          <p:nvPr/>
        </p:nvSpPr>
        <p:spPr>
          <a:xfrm rot="-1856039">
            <a:off x="8454804" y="2577737"/>
            <a:ext cx="2574846" cy="2574846"/>
          </a:xfrm>
          <a:prstGeom prst="blockArc">
            <a:avLst>
              <a:gd name="adj1" fmla="val 5958233"/>
              <a:gd name="adj2" fmla="val 17338531"/>
              <a:gd name="adj3" fmla="val 848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4" name="Google Shape;2284;p26"/>
          <p:cNvSpPr/>
          <p:nvPr/>
        </p:nvSpPr>
        <p:spPr>
          <a:xfrm>
            <a:off x="8472788" y="25100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26"/>
          <p:cNvSpPr/>
          <p:nvPr/>
        </p:nvSpPr>
        <p:spPr>
          <a:xfrm rot="1856039" flipH="1">
            <a:off x="-1791221" y="147812"/>
            <a:ext cx="2574846" cy="2574846"/>
          </a:xfrm>
          <a:prstGeom prst="blockArc">
            <a:avLst>
              <a:gd name="adj1" fmla="val 5958233"/>
              <a:gd name="adj2" fmla="val 17474158"/>
              <a:gd name="adj3" fmla="val 1592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6" name="Google Shape;2286;p26"/>
          <p:cNvSpPr/>
          <p:nvPr/>
        </p:nvSpPr>
        <p:spPr>
          <a:xfrm flipH="1">
            <a:off x="-1205123" y="422875"/>
            <a:ext cx="2118000" cy="2118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26"/>
          <p:cNvSpPr/>
          <p:nvPr/>
        </p:nvSpPr>
        <p:spPr>
          <a:xfrm>
            <a:off x="6337536" y="4893650"/>
            <a:ext cx="1326600" cy="132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8" name="Google Shape;2288;p26"/>
          <p:cNvGrpSpPr/>
          <p:nvPr/>
        </p:nvGrpSpPr>
        <p:grpSpPr>
          <a:xfrm>
            <a:off x="282666" y="4529415"/>
            <a:ext cx="485944" cy="339170"/>
            <a:chOff x="5265975" y="1869575"/>
            <a:chExt cx="269400" cy="128825"/>
          </a:xfrm>
        </p:grpSpPr>
        <p:cxnSp>
          <p:nvCxnSpPr>
            <p:cNvPr id="2289" name="Google Shape;2289;p26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0" name="Google Shape;2290;p26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1" name="Google Shape;2291;p26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2" name="Google Shape;2292;p26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3" name="Google Shape;2293;p26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1_1_1_1_1_1_1">
    <p:spTree>
      <p:nvGrpSpPr>
        <p:cNvPr id="1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7"/>
          <p:cNvSpPr txBox="1">
            <a:spLocks noGrp="1"/>
          </p:cNvSpPr>
          <p:nvPr>
            <p:ph type="title"/>
          </p:nvPr>
        </p:nvSpPr>
        <p:spPr>
          <a:xfrm>
            <a:off x="4567401" y="445025"/>
            <a:ext cx="3863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96" name="Google Shape;2296;p27"/>
          <p:cNvSpPr txBox="1">
            <a:spLocks noGrp="1"/>
          </p:cNvSpPr>
          <p:nvPr>
            <p:ph type="title" idx="2"/>
          </p:nvPr>
        </p:nvSpPr>
        <p:spPr>
          <a:xfrm>
            <a:off x="5368999" y="1240325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97" name="Google Shape;2297;p27"/>
          <p:cNvSpPr txBox="1">
            <a:spLocks noGrp="1"/>
          </p:cNvSpPr>
          <p:nvPr>
            <p:ph type="subTitle" idx="1"/>
          </p:nvPr>
        </p:nvSpPr>
        <p:spPr>
          <a:xfrm>
            <a:off x="5369002" y="1669875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8" name="Google Shape;2298;p27"/>
          <p:cNvSpPr txBox="1">
            <a:spLocks noGrp="1"/>
          </p:cNvSpPr>
          <p:nvPr>
            <p:ph type="title" idx="3"/>
          </p:nvPr>
        </p:nvSpPr>
        <p:spPr>
          <a:xfrm>
            <a:off x="5369000" y="2905671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99" name="Google Shape;2299;p27"/>
          <p:cNvSpPr txBox="1">
            <a:spLocks noGrp="1"/>
          </p:cNvSpPr>
          <p:nvPr>
            <p:ph type="subTitle" idx="4"/>
          </p:nvPr>
        </p:nvSpPr>
        <p:spPr>
          <a:xfrm>
            <a:off x="5369002" y="3335220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0" name="Google Shape;2300;p27"/>
          <p:cNvSpPr txBox="1">
            <a:spLocks noGrp="1"/>
          </p:cNvSpPr>
          <p:nvPr>
            <p:ph type="title" idx="5"/>
          </p:nvPr>
        </p:nvSpPr>
        <p:spPr>
          <a:xfrm>
            <a:off x="5368999" y="2073008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01" name="Google Shape;2301;p27"/>
          <p:cNvSpPr txBox="1">
            <a:spLocks noGrp="1"/>
          </p:cNvSpPr>
          <p:nvPr>
            <p:ph type="subTitle" idx="6"/>
          </p:nvPr>
        </p:nvSpPr>
        <p:spPr>
          <a:xfrm>
            <a:off x="5369002" y="2502560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2" name="Google Shape;2302;p27"/>
          <p:cNvSpPr txBox="1">
            <a:spLocks noGrp="1"/>
          </p:cNvSpPr>
          <p:nvPr>
            <p:ph type="title" idx="7"/>
          </p:nvPr>
        </p:nvSpPr>
        <p:spPr>
          <a:xfrm>
            <a:off x="5369000" y="3735832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03" name="Google Shape;2303;p27"/>
          <p:cNvSpPr txBox="1">
            <a:spLocks noGrp="1"/>
          </p:cNvSpPr>
          <p:nvPr>
            <p:ph type="subTitle" idx="8"/>
          </p:nvPr>
        </p:nvSpPr>
        <p:spPr>
          <a:xfrm>
            <a:off x="5369000" y="4165381"/>
            <a:ext cx="2878200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4" name="Google Shape;2304;p27"/>
          <p:cNvSpPr/>
          <p:nvPr/>
        </p:nvSpPr>
        <p:spPr>
          <a:xfrm rot="-5400000" flipH="1">
            <a:off x="1032349" y="3870837"/>
            <a:ext cx="2424900" cy="2424900"/>
          </a:xfrm>
          <a:prstGeom prst="blockArc">
            <a:avLst>
              <a:gd name="adj1" fmla="val 4146271"/>
              <a:gd name="adj2" fmla="val 18434685"/>
              <a:gd name="adj3" fmla="val 2137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27"/>
          <p:cNvSpPr/>
          <p:nvPr/>
        </p:nvSpPr>
        <p:spPr>
          <a:xfrm flipH="1">
            <a:off x="-1230427" y="328923"/>
            <a:ext cx="3063300" cy="3063300"/>
          </a:xfrm>
          <a:prstGeom prst="blockArc">
            <a:avLst>
              <a:gd name="adj1" fmla="val 4146271"/>
              <a:gd name="adj2" fmla="val 17442719"/>
              <a:gd name="adj3" fmla="val 1027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p27"/>
          <p:cNvSpPr/>
          <p:nvPr/>
        </p:nvSpPr>
        <p:spPr>
          <a:xfrm flipH="1">
            <a:off x="-831976" y="539375"/>
            <a:ext cx="2488800" cy="2489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27"/>
          <p:cNvSpPr/>
          <p:nvPr/>
        </p:nvSpPr>
        <p:spPr>
          <a:xfrm rot="626" flipH="1">
            <a:off x="2212555" y="-600269"/>
            <a:ext cx="1647000" cy="1647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8" name="Google Shape;2308;p27"/>
          <p:cNvGrpSpPr/>
          <p:nvPr/>
        </p:nvGrpSpPr>
        <p:grpSpPr>
          <a:xfrm>
            <a:off x="1502329" y="4322353"/>
            <a:ext cx="2227588" cy="726522"/>
            <a:chOff x="3620725" y="372750"/>
            <a:chExt cx="1039375" cy="338989"/>
          </a:xfrm>
        </p:grpSpPr>
        <p:sp>
          <p:nvSpPr>
            <p:cNvPr id="2309" name="Google Shape;2309;p2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6" name="Google Shape;2346;p27"/>
          <p:cNvSpPr/>
          <p:nvPr/>
        </p:nvSpPr>
        <p:spPr>
          <a:xfrm rot="10800000" flipH="1">
            <a:off x="8580477" y="765237"/>
            <a:ext cx="1647000" cy="1647000"/>
          </a:xfrm>
          <a:prstGeom prst="blockArc">
            <a:avLst>
              <a:gd name="adj1" fmla="val 4146271"/>
              <a:gd name="adj2" fmla="val 18434685"/>
              <a:gd name="adj3" fmla="val 2137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7" name="Google Shape;2347;p27"/>
          <p:cNvSpPr/>
          <p:nvPr/>
        </p:nvSpPr>
        <p:spPr>
          <a:xfrm rot="10800000" flipH="1">
            <a:off x="8639604" y="1125452"/>
            <a:ext cx="1338000" cy="1338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8" name="Google Shape;2348;p27"/>
          <p:cNvGrpSpPr/>
          <p:nvPr/>
        </p:nvGrpSpPr>
        <p:grpSpPr>
          <a:xfrm rot="5400000">
            <a:off x="-460947" y="3018540"/>
            <a:ext cx="2227588" cy="726522"/>
            <a:chOff x="3857800" y="1143286"/>
            <a:chExt cx="1039375" cy="338989"/>
          </a:xfrm>
        </p:grpSpPr>
        <p:sp>
          <p:nvSpPr>
            <p:cNvPr id="2349" name="Google Shape;2349;p27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27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27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7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7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7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7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7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7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7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7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7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7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7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7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7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7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7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7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 txBox="1">
            <a:spLocks noGrp="1"/>
          </p:cNvSpPr>
          <p:nvPr>
            <p:ph type="title" idx="9" hasCustomPrompt="1"/>
          </p:nvPr>
        </p:nvSpPr>
        <p:spPr>
          <a:xfrm>
            <a:off x="4503190" y="1477975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0" name="Google Shape;2380;p27"/>
          <p:cNvSpPr txBox="1">
            <a:spLocks noGrp="1"/>
          </p:cNvSpPr>
          <p:nvPr>
            <p:ph type="title" idx="13" hasCustomPrompt="1"/>
          </p:nvPr>
        </p:nvSpPr>
        <p:spPr>
          <a:xfrm>
            <a:off x="4503190" y="2301691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1" name="Google Shape;2381;p27"/>
          <p:cNvSpPr txBox="1">
            <a:spLocks noGrp="1"/>
          </p:cNvSpPr>
          <p:nvPr>
            <p:ph type="title" idx="14" hasCustomPrompt="1"/>
          </p:nvPr>
        </p:nvSpPr>
        <p:spPr>
          <a:xfrm>
            <a:off x="4503190" y="3131278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2" name="Google Shape;2382;p27"/>
          <p:cNvSpPr txBox="1">
            <a:spLocks noGrp="1"/>
          </p:cNvSpPr>
          <p:nvPr>
            <p:ph type="title" idx="15" hasCustomPrompt="1"/>
          </p:nvPr>
        </p:nvSpPr>
        <p:spPr>
          <a:xfrm>
            <a:off x="4503190" y="3977185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2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85" name="Google Shape;2385;p28"/>
          <p:cNvSpPr txBox="1">
            <a:spLocks noGrp="1"/>
          </p:cNvSpPr>
          <p:nvPr>
            <p:ph type="title" idx="2"/>
          </p:nvPr>
        </p:nvSpPr>
        <p:spPr>
          <a:xfrm>
            <a:off x="1015475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6" name="Google Shape;2386;p28"/>
          <p:cNvSpPr txBox="1">
            <a:spLocks noGrp="1"/>
          </p:cNvSpPr>
          <p:nvPr>
            <p:ph type="subTitle" idx="1"/>
          </p:nvPr>
        </p:nvSpPr>
        <p:spPr>
          <a:xfrm>
            <a:off x="1015475" y="3696599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7" name="Google Shape;2387;p28"/>
          <p:cNvSpPr txBox="1">
            <a:spLocks noGrp="1"/>
          </p:cNvSpPr>
          <p:nvPr>
            <p:ph type="title" idx="3"/>
          </p:nvPr>
        </p:nvSpPr>
        <p:spPr>
          <a:xfrm>
            <a:off x="3671479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8" name="Google Shape;2388;p28"/>
          <p:cNvSpPr txBox="1">
            <a:spLocks noGrp="1"/>
          </p:cNvSpPr>
          <p:nvPr>
            <p:ph type="subTitle" idx="4"/>
          </p:nvPr>
        </p:nvSpPr>
        <p:spPr>
          <a:xfrm>
            <a:off x="3671479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9" name="Google Shape;2389;p28"/>
          <p:cNvSpPr txBox="1">
            <a:spLocks noGrp="1"/>
          </p:cNvSpPr>
          <p:nvPr>
            <p:ph type="title" idx="5"/>
          </p:nvPr>
        </p:nvSpPr>
        <p:spPr>
          <a:xfrm>
            <a:off x="6327467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0" name="Google Shape;2390;p28"/>
          <p:cNvSpPr txBox="1">
            <a:spLocks noGrp="1"/>
          </p:cNvSpPr>
          <p:nvPr>
            <p:ph type="subTitle" idx="6"/>
          </p:nvPr>
        </p:nvSpPr>
        <p:spPr>
          <a:xfrm>
            <a:off x="6327467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1" name="Google Shape;2391;p28"/>
          <p:cNvSpPr txBox="1">
            <a:spLocks noGrp="1"/>
          </p:cNvSpPr>
          <p:nvPr>
            <p:ph type="title" idx="7"/>
          </p:nvPr>
        </p:nvSpPr>
        <p:spPr>
          <a:xfrm>
            <a:off x="1015475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2" name="Google Shape;2392;p28"/>
          <p:cNvSpPr txBox="1">
            <a:spLocks noGrp="1"/>
          </p:cNvSpPr>
          <p:nvPr>
            <p:ph type="subTitle" idx="8"/>
          </p:nvPr>
        </p:nvSpPr>
        <p:spPr>
          <a:xfrm>
            <a:off x="1015475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3" name="Google Shape;2393;p28"/>
          <p:cNvSpPr txBox="1">
            <a:spLocks noGrp="1"/>
          </p:cNvSpPr>
          <p:nvPr>
            <p:ph type="title" idx="9"/>
          </p:nvPr>
        </p:nvSpPr>
        <p:spPr>
          <a:xfrm>
            <a:off x="3671479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4" name="Google Shape;2394;p28"/>
          <p:cNvSpPr txBox="1">
            <a:spLocks noGrp="1"/>
          </p:cNvSpPr>
          <p:nvPr>
            <p:ph type="subTitle" idx="13"/>
          </p:nvPr>
        </p:nvSpPr>
        <p:spPr>
          <a:xfrm>
            <a:off x="3671479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5" name="Google Shape;2395;p28"/>
          <p:cNvSpPr txBox="1">
            <a:spLocks noGrp="1"/>
          </p:cNvSpPr>
          <p:nvPr>
            <p:ph type="title" idx="14"/>
          </p:nvPr>
        </p:nvSpPr>
        <p:spPr>
          <a:xfrm>
            <a:off x="6327467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6" name="Google Shape;2396;p28"/>
          <p:cNvSpPr txBox="1">
            <a:spLocks noGrp="1"/>
          </p:cNvSpPr>
          <p:nvPr>
            <p:ph type="subTitle" idx="15"/>
          </p:nvPr>
        </p:nvSpPr>
        <p:spPr>
          <a:xfrm>
            <a:off x="6327467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7" name="Google Shape;2397;p28"/>
          <p:cNvSpPr/>
          <p:nvPr/>
        </p:nvSpPr>
        <p:spPr>
          <a:xfrm rot="-4499800" flipH="1">
            <a:off x="8145920" y="4621513"/>
            <a:ext cx="1939931" cy="1939931"/>
          </a:xfrm>
          <a:prstGeom prst="blockArc">
            <a:avLst>
              <a:gd name="adj1" fmla="val 5958233"/>
              <a:gd name="adj2" fmla="val 17385308"/>
              <a:gd name="adj3" fmla="val 2038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8" name="Google Shape;2398;p28"/>
          <p:cNvGrpSpPr/>
          <p:nvPr/>
        </p:nvGrpSpPr>
        <p:grpSpPr>
          <a:xfrm>
            <a:off x="6046058" y="4642569"/>
            <a:ext cx="2227568" cy="326167"/>
            <a:chOff x="2570033" y="6824869"/>
            <a:chExt cx="2227568" cy="326167"/>
          </a:xfrm>
        </p:grpSpPr>
        <p:sp>
          <p:nvSpPr>
            <p:cNvPr id="2399" name="Google Shape;2399;p28"/>
            <p:cNvSpPr/>
            <p:nvPr/>
          </p:nvSpPr>
          <p:spPr>
            <a:xfrm>
              <a:off x="448054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467160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3907394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409844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371634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371634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333423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3334239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352529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3525291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3143188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761084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95213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952136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57003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57003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5" name="Google Shape;2415;p28"/>
          <p:cNvGrpSpPr/>
          <p:nvPr/>
        </p:nvGrpSpPr>
        <p:grpSpPr>
          <a:xfrm rot="5400000" flipH="1">
            <a:off x="-759306" y="2004490"/>
            <a:ext cx="2227588" cy="726522"/>
            <a:chOff x="3857800" y="1143286"/>
            <a:chExt cx="1039375" cy="338989"/>
          </a:xfrm>
        </p:grpSpPr>
        <p:sp>
          <p:nvSpPr>
            <p:cNvPr id="2416" name="Google Shape;2416;p2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5" name="Google Shape;2445;p28"/>
          <p:cNvSpPr/>
          <p:nvPr/>
        </p:nvSpPr>
        <p:spPr>
          <a:xfrm rot="900224" flipH="1">
            <a:off x="-2339988" y="124094"/>
            <a:ext cx="3016433" cy="3016433"/>
          </a:xfrm>
          <a:prstGeom prst="blockArc">
            <a:avLst>
              <a:gd name="adj1" fmla="val 5958233"/>
              <a:gd name="adj2" fmla="val 17310751"/>
              <a:gd name="adj3" fmla="val 85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6" name="Google Shape;2446;p28"/>
          <p:cNvSpPr/>
          <p:nvPr/>
        </p:nvSpPr>
        <p:spPr>
          <a:xfrm>
            <a:off x="-320815" y="-554925"/>
            <a:ext cx="1224600" cy="122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28"/>
          <p:cNvSpPr/>
          <p:nvPr/>
        </p:nvSpPr>
        <p:spPr>
          <a:xfrm flipH="1">
            <a:off x="8212786" y="4580724"/>
            <a:ext cx="16089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p28"/>
          <p:cNvSpPr/>
          <p:nvPr/>
        </p:nvSpPr>
        <p:spPr>
          <a:xfrm>
            <a:off x="8634823" y="1282193"/>
            <a:ext cx="1409100" cy="1409100"/>
          </a:xfrm>
          <a:prstGeom prst="blockArc">
            <a:avLst>
              <a:gd name="adj1" fmla="val 2709197"/>
              <a:gd name="adj2" fmla="val 16176137"/>
              <a:gd name="adj3" fmla="val 2610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p28"/>
          <p:cNvSpPr/>
          <p:nvPr/>
        </p:nvSpPr>
        <p:spPr>
          <a:xfrm flipH="1">
            <a:off x="8400260" y="365000"/>
            <a:ext cx="2140200" cy="214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0" name="Google Shape;2450;p28"/>
          <p:cNvGrpSpPr/>
          <p:nvPr/>
        </p:nvGrpSpPr>
        <p:grpSpPr>
          <a:xfrm rot="-5400000">
            <a:off x="7731943" y="2532269"/>
            <a:ext cx="2227588" cy="726522"/>
            <a:chOff x="3799000" y="1820400"/>
            <a:chExt cx="1039375" cy="338989"/>
          </a:xfrm>
        </p:grpSpPr>
        <p:sp>
          <p:nvSpPr>
            <p:cNvPr id="2451" name="Google Shape;2451;p2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29"/>
          <p:cNvSpPr txBox="1">
            <a:spLocks noGrp="1"/>
          </p:cNvSpPr>
          <p:nvPr>
            <p:ph type="title" hasCustomPrompt="1"/>
          </p:nvPr>
        </p:nvSpPr>
        <p:spPr>
          <a:xfrm>
            <a:off x="1122713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7" name="Google Shape;2487;p29"/>
          <p:cNvSpPr txBox="1">
            <a:spLocks noGrp="1"/>
          </p:cNvSpPr>
          <p:nvPr>
            <p:ph type="subTitle" idx="1"/>
          </p:nvPr>
        </p:nvSpPr>
        <p:spPr>
          <a:xfrm>
            <a:off x="1122713" y="2898176"/>
            <a:ext cx="2124300" cy="7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8" name="Google Shape;2488;p29"/>
          <p:cNvSpPr txBox="1">
            <a:spLocks noGrp="1"/>
          </p:cNvSpPr>
          <p:nvPr>
            <p:ph type="title" idx="2" hasCustomPrompt="1"/>
          </p:nvPr>
        </p:nvSpPr>
        <p:spPr>
          <a:xfrm>
            <a:off x="3509850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89" name="Google Shape;2489;p29"/>
          <p:cNvSpPr txBox="1">
            <a:spLocks noGrp="1"/>
          </p:cNvSpPr>
          <p:nvPr>
            <p:ph type="subTitle" idx="3"/>
          </p:nvPr>
        </p:nvSpPr>
        <p:spPr>
          <a:xfrm>
            <a:off x="3509850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90" name="Google Shape;2490;p29"/>
          <p:cNvSpPr txBox="1">
            <a:spLocks noGrp="1"/>
          </p:cNvSpPr>
          <p:nvPr>
            <p:ph type="title" idx="4" hasCustomPrompt="1"/>
          </p:nvPr>
        </p:nvSpPr>
        <p:spPr>
          <a:xfrm>
            <a:off x="5896982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91" name="Google Shape;2491;p29"/>
          <p:cNvSpPr txBox="1">
            <a:spLocks noGrp="1"/>
          </p:cNvSpPr>
          <p:nvPr>
            <p:ph type="subTitle" idx="5"/>
          </p:nvPr>
        </p:nvSpPr>
        <p:spPr>
          <a:xfrm>
            <a:off x="5896982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2492" name="Google Shape;2492;p29"/>
          <p:cNvGrpSpPr/>
          <p:nvPr/>
        </p:nvGrpSpPr>
        <p:grpSpPr>
          <a:xfrm rot="5400000">
            <a:off x="-868396" y="1289916"/>
            <a:ext cx="2227588" cy="726522"/>
            <a:chOff x="3620725" y="372750"/>
            <a:chExt cx="1039375" cy="338989"/>
          </a:xfrm>
        </p:grpSpPr>
        <p:sp>
          <p:nvSpPr>
            <p:cNvPr id="2493" name="Google Shape;2493;p29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9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29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29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9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9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29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29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29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29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29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29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29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29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29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29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29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29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29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29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29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29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29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29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29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29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29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29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29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29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29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29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29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9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9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9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9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0" name="Google Shape;2530;p29"/>
          <p:cNvSpPr/>
          <p:nvPr/>
        </p:nvSpPr>
        <p:spPr>
          <a:xfrm flipH="1">
            <a:off x="-794850" y="141401"/>
            <a:ext cx="1455000" cy="1455300"/>
          </a:xfrm>
          <a:prstGeom prst="blockArc">
            <a:avLst>
              <a:gd name="adj1" fmla="val 4766272"/>
              <a:gd name="adj2" fmla="val 17672272"/>
              <a:gd name="adj3" fmla="val 1659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1" name="Google Shape;2531;p29"/>
          <p:cNvGrpSpPr/>
          <p:nvPr/>
        </p:nvGrpSpPr>
        <p:grpSpPr>
          <a:xfrm>
            <a:off x="-76197" y="4699178"/>
            <a:ext cx="2227588" cy="726522"/>
            <a:chOff x="3857800" y="1143286"/>
            <a:chExt cx="1039375" cy="338989"/>
          </a:xfrm>
        </p:grpSpPr>
        <p:sp>
          <p:nvSpPr>
            <p:cNvPr id="2532" name="Google Shape;2532;p29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29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29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29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9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9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9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9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29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29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9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9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9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9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9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29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29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29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62" name="Google Shape;256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199" y="3715944"/>
            <a:ext cx="977775" cy="15478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3" name="Google Shape;2563;p29"/>
          <p:cNvGrpSpPr/>
          <p:nvPr/>
        </p:nvGrpSpPr>
        <p:grpSpPr>
          <a:xfrm rot="5400000">
            <a:off x="8023230" y="2609103"/>
            <a:ext cx="2227589" cy="1527191"/>
            <a:chOff x="5519300" y="372750"/>
            <a:chExt cx="1039375" cy="712575"/>
          </a:xfrm>
        </p:grpSpPr>
        <p:sp>
          <p:nvSpPr>
            <p:cNvPr id="2564" name="Google Shape;2564;p29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29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29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29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29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29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29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29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29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29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29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29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29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29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29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29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29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29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29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29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29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29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29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29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1" name="Google Shape;2631;p29"/>
          <p:cNvGrpSpPr/>
          <p:nvPr/>
        </p:nvGrpSpPr>
        <p:grpSpPr>
          <a:xfrm>
            <a:off x="7007878" y="-187147"/>
            <a:ext cx="2227588" cy="726522"/>
            <a:chOff x="3857800" y="1143286"/>
            <a:chExt cx="1039375" cy="338989"/>
          </a:xfrm>
        </p:grpSpPr>
        <p:sp>
          <p:nvSpPr>
            <p:cNvPr id="2632" name="Google Shape;2632;p29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29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29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29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29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29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29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29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29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29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29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29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29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29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29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29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29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29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29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29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29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29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29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29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29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29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29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29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29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29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2" name="Google Shape;2662;p29"/>
          <p:cNvSpPr/>
          <p:nvPr/>
        </p:nvSpPr>
        <p:spPr>
          <a:xfrm>
            <a:off x="8454758" y="2534060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3" name="Google Shape;2663;p29"/>
          <p:cNvSpPr/>
          <p:nvPr/>
        </p:nvSpPr>
        <p:spPr>
          <a:xfrm>
            <a:off x="8472788" y="246625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4" name="Google Shape;26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475" y="-222314"/>
            <a:ext cx="1455000" cy="152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spTree>
      <p:nvGrpSpPr>
        <p:cNvPr id="1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30"/>
          <p:cNvSpPr txBox="1">
            <a:spLocks noGrp="1"/>
          </p:cNvSpPr>
          <p:nvPr>
            <p:ph type="title" hasCustomPrompt="1"/>
          </p:nvPr>
        </p:nvSpPr>
        <p:spPr>
          <a:xfrm>
            <a:off x="2242055" y="1506450"/>
            <a:ext cx="2093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67" name="Google Shape;2667;p30"/>
          <p:cNvSpPr txBox="1">
            <a:spLocks noGrp="1"/>
          </p:cNvSpPr>
          <p:nvPr>
            <p:ph type="title" idx="2" hasCustomPrompt="1"/>
          </p:nvPr>
        </p:nvSpPr>
        <p:spPr>
          <a:xfrm>
            <a:off x="4808234" y="1506450"/>
            <a:ext cx="20937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68" name="Google Shape;2668;p30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69" name="Google Shape;2669;p30"/>
          <p:cNvSpPr txBox="1">
            <a:spLocks noGrp="1"/>
          </p:cNvSpPr>
          <p:nvPr>
            <p:ph type="title" idx="4"/>
          </p:nvPr>
        </p:nvSpPr>
        <p:spPr>
          <a:xfrm>
            <a:off x="2242055" y="2988200"/>
            <a:ext cx="2093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70" name="Google Shape;2670;p30"/>
          <p:cNvSpPr txBox="1">
            <a:spLocks noGrp="1"/>
          </p:cNvSpPr>
          <p:nvPr>
            <p:ph type="subTitle" idx="1"/>
          </p:nvPr>
        </p:nvSpPr>
        <p:spPr>
          <a:xfrm>
            <a:off x="2242055" y="3417749"/>
            <a:ext cx="2093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1" name="Google Shape;2671;p30"/>
          <p:cNvSpPr txBox="1">
            <a:spLocks noGrp="1"/>
          </p:cNvSpPr>
          <p:nvPr>
            <p:ph type="title" idx="5"/>
          </p:nvPr>
        </p:nvSpPr>
        <p:spPr>
          <a:xfrm>
            <a:off x="4808234" y="2988200"/>
            <a:ext cx="2093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72" name="Google Shape;2672;p30"/>
          <p:cNvSpPr txBox="1">
            <a:spLocks noGrp="1"/>
          </p:cNvSpPr>
          <p:nvPr>
            <p:ph type="subTitle" idx="6"/>
          </p:nvPr>
        </p:nvSpPr>
        <p:spPr>
          <a:xfrm>
            <a:off x="4808234" y="3417750"/>
            <a:ext cx="2093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3" name="Google Shape;2673;p30"/>
          <p:cNvSpPr/>
          <p:nvPr/>
        </p:nvSpPr>
        <p:spPr>
          <a:xfrm flipH="1">
            <a:off x="-243745" y="588970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30"/>
          <p:cNvSpPr/>
          <p:nvPr/>
        </p:nvSpPr>
        <p:spPr>
          <a:xfrm>
            <a:off x="8581024" y="3820150"/>
            <a:ext cx="1366800" cy="1366800"/>
          </a:xfrm>
          <a:prstGeom prst="blockArc">
            <a:avLst>
              <a:gd name="adj1" fmla="val 4474518"/>
              <a:gd name="adj2" fmla="val 17047510"/>
              <a:gd name="adj3" fmla="val 2729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6_1_1">
    <p:spTree>
      <p:nvGrpSpPr>
        <p:cNvPr id="1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31"/>
          <p:cNvSpPr txBox="1">
            <a:spLocks noGrp="1"/>
          </p:cNvSpPr>
          <p:nvPr>
            <p:ph type="title" hasCustomPrompt="1"/>
          </p:nvPr>
        </p:nvSpPr>
        <p:spPr>
          <a:xfrm>
            <a:off x="1610554" y="1906200"/>
            <a:ext cx="12612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77" name="Google Shape;2677;p31"/>
          <p:cNvSpPr txBox="1">
            <a:spLocks noGrp="1"/>
          </p:cNvSpPr>
          <p:nvPr>
            <p:ph type="title" idx="2" hasCustomPrompt="1"/>
          </p:nvPr>
        </p:nvSpPr>
        <p:spPr>
          <a:xfrm>
            <a:off x="3941400" y="1906200"/>
            <a:ext cx="12612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78" name="Google Shape;2678;p31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9" name="Google Shape;2679;p31"/>
          <p:cNvSpPr txBox="1">
            <a:spLocks noGrp="1"/>
          </p:cNvSpPr>
          <p:nvPr>
            <p:ph type="title" idx="4"/>
          </p:nvPr>
        </p:nvSpPr>
        <p:spPr>
          <a:xfrm>
            <a:off x="1337487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0" name="Google Shape;2680;p31"/>
          <p:cNvSpPr txBox="1">
            <a:spLocks noGrp="1"/>
          </p:cNvSpPr>
          <p:nvPr>
            <p:ph type="subTitle" idx="1"/>
          </p:nvPr>
        </p:nvSpPr>
        <p:spPr>
          <a:xfrm>
            <a:off x="1337487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1" name="Google Shape;2681;p31"/>
          <p:cNvSpPr txBox="1">
            <a:spLocks noGrp="1"/>
          </p:cNvSpPr>
          <p:nvPr>
            <p:ph type="title" idx="5"/>
          </p:nvPr>
        </p:nvSpPr>
        <p:spPr>
          <a:xfrm>
            <a:off x="3668399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2" name="Google Shape;2682;p31"/>
          <p:cNvSpPr txBox="1">
            <a:spLocks noGrp="1"/>
          </p:cNvSpPr>
          <p:nvPr>
            <p:ph type="subTitle" idx="6"/>
          </p:nvPr>
        </p:nvSpPr>
        <p:spPr>
          <a:xfrm>
            <a:off x="3668399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3" name="Google Shape;2683;p31"/>
          <p:cNvSpPr txBox="1">
            <a:spLocks noGrp="1"/>
          </p:cNvSpPr>
          <p:nvPr>
            <p:ph type="title" idx="7" hasCustomPrompt="1"/>
          </p:nvPr>
        </p:nvSpPr>
        <p:spPr>
          <a:xfrm>
            <a:off x="6319176" y="1906200"/>
            <a:ext cx="11676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84" name="Google Shape;2684;p31"/>
          <p:cNvSpPr txBox="1">
            <a:spLocks noGrp="1"/>
          </p:cNvSpPr>
          <p:nvPr>
            <p:ph type="title" idx="8"/>
          </p:nvPr>
        </p:nvSpPr>
        <p:spPr>
          <a:xfrm>
            <a:off x="5999315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5" name="Google Shape;2685;p31"/>
          <p:cNvSpPr txBox="1">
            <a:spLocks noGrp="1"/>
          </p:cNvSpPr>
          <p:nvPr>
            <p:ph type="subTitle" idx="9"/>
          </p:nvPr>
        </p:nvSpPr>
        <p:spPr>
          <a:xfrm>
            <a:off x="5999315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86" name="Google Shape;2686;p31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687" name="Google Shape;2687;p31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1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1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1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1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1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1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1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1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1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1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1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1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1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1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1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7" name="Google Shape;2717;p31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718" name="Google Shape;2718;p3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5" name="Google Shape;2785;p31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31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32"/>
          <p:cNvSpPr txBox="1">
            <a:spLocks noGrp="1"/>
          </p:cNvSpPr>
          <p:nvPr>
            <p:ph type="title"/>
          </p:nvPr>
        </p:nvSpPr>
        <p:spPr>
          <a:xfrm>
            <a:off x="4830825" y="217275"/>
            <a:ext cx="3600000" cy="13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7200"/>
            </a:lvl9pPr>
          </a:lstStyle>
          <a:p>
            <a:endParaRPr/>
          </a:p>
        </p:txBody>
      </p:sp>
      <p:sp>
        <p:nvSpPr>
          <p:cNvPr id="2789" name="Google Shape;2789;p32"/>
          <p:cNvSpPr txBox="1">
            <a:spLocks noGrp="1"/>
          </p:cNvSpPr>
          <p:nvPr>
            <p:ph type="title" idx="2"/>
          </p:nvPr>
        </p:nvSpPr>
        <p:spPr>
          <a:xfrm>
            <a:off x="4830825" y="1282050"/>
            <a:ext cx="20412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790" name="Google Shape;2790;p32"/>
          <p:cNvSpPr/>
          <p:nvPr/>
        </p:nvSpPr>
        <p:spPr>
          <a:xfrm rot="5400000">
            <a:off x="763475" y="3171600"/>
            <a:ext cx="3658500" cy="3658500"/>
          </a:xfrm>
          <a:prstGeom prst="blockArc">
            <a:avLst>
              <a:gd name="adj1" fmla="val 4302561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1" name="Google Shape;2791;p32"/>
          <p:cNvGrpSpPr/>
          <p:nvPr/>
        </p:nvGrpSpPr>
        <p:grpSpPr>
          <a:xfrm flipH="1">
            <a:off x="-964754" y="4328167"/>
            <a:ext cx="2227588" cy="726522"/>
            <a:chOff x="5608450" y="1680311"/>
            <a:chExt cx="1039375" cy="338989"/>
          </a:xfrm>
        </p:grpSpPr>
        <p:sp>
          <p:nvSpPr>
            <p:cNvPr id="2792" name="Google Shape;2792;p3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3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3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3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3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3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3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3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3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3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3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3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3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3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3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3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28" name="Google Shape;2828;p32"/>
          <p:cNvGrpSpPr/>
          <p:nvPr/>
        </p:nvGrpSpPr>
        <p:grpSpPr>
          <a:xfrm rot="5400000">
            <a:off x="7826581" y="2680428"/>
            <a:ext cx="2227588" cy="726522"/>
            <a:chOff x="3857800" y="1143286"/>
            <a:chExt cx="1039375" cy="338989"/>
          </a:xfrm>
        </p:grpSpPr>
        <p:sp>
          <p:nvSpPr>
            <p:cNvPr id="2829" name="Google Shape;2829;p32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2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2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2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2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2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2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2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32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32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2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2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2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2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2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32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32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32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32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32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32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32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32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2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2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2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2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2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32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32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59" name="Google Shape;2859;p32"/>
          <p:cNvSpPr/>
          <p:nvPr/>
        </p:nvSpPr>
        <p:spPr>
          <a:xfrm>
            <a:off x="8227526" y="1449726"/>
            <a:ext cx="2458500" cy="2458500"/>
          </a:xfrm>
          <a:prstGeom prst="blockArc">
            <a:avLst>
              <a:gd name="adj1" fmla="val 4302561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3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Google Shape;3084;p37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Google Shape;3080;p3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081" name="Google Shape;3081;p3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Google Shape;30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946150"/>
            <a:ext cx="3633650" cy="24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0" name="Google Shape;3090;p38"/>
          <p:cNvGrpSpPr/>
          <p:nvPr/>
        </p:nvGrpSpPr>
        <p:grpSpPr>
          <a:xfrm>
            <a:off x="251783" y="4096069"/>
            <a:ext cx="2227588" cy="726522"/>
            <a:chOff x="3799000" y="1820400"/>
            <a:chExt cx="1039375" cy="338989"/>
          </a:xfrm>
        </p:grpSpPr>
        <p:sp>
          <p:nvSpPr>
            <p:cNvPr id="3091" name="Google Shape;3091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7" name="Google Shape;3127;p38"/>
          <p:cNvGrpSpPr/>
          <p:nvPr/>
        </p:nvGrpSpPr>
        <p:grpSpPr>
          <a:xfrm>
            <a:off x="2374531" y="-1877848"/>
            <a:ext cx="745392" cy="771458"/>
            <a:chOff x="3962987" y="1472625"/>
            <a:chExt cx="316663" cy="327750"/>
          </a:xfrm>
        </p:grpSpPr>
        <p:grpSp>
          <p:nvGrpSpPr>
            <p:cNvPr id="3128" name="Google Shape;3128;p38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9" name="Google Shape;312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3" name="Google Shape;3133;p38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34" name="Google Shape;313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8" name="Google Shape;3138;p38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9" name="Google Shape;313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3" name="Google Shape;3143;p38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44" name="Google Shape;314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8" name="Google Shape;3148;p38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PHISHING AWARENESS</a:t>
            </a:r>
            <a:endParaRPr dirty="0"/>
          </a:p>
        </p:txBody>
      </p:sp>
      <p:sp>
        <p:nvSpPr>
          <p:cNvPr id="3149" name="Google Shape;3149;p38"/>
          <p:cNvSpPr txBox="1">
            <a:spLocks noGrp="1"/>
          </p:cNvSpPr>
          <p:nvPr>
            <p:ph type="subTitle" idx="1"/>
          </p:nvPr>
        </p:nvSpPr>
        <p:spPr>
          <a:xfrm>
            <a:off x="5958348" y="2997900"/>
            <a:ext cx="2357952" cy="7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Spot it. Stop it. Report it.</a:t>
            </a:r>
          </a:p>
        </p:txBody>
      </p:sp>
      <p:pic>
        <p:nvPicPr>
          <p:cNvPr id="3150" name="Google Shape;31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2311" y="2452228"/>
            <a:ext cx="1039375" cy="74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1" name="Google Shape;315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5468" y="918625"/>
            <a:ext cx="1796913" cy="284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9100" y="1780150"/>
            <a:ext cx="923250" cy="12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3" name="Google Shape;3153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9125" y="2726398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4" name="Google Shape;3154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98075" y="2867343"/>
            <a:ext cx="923250" cy="1167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D60FCC-E3BA-4A27-8D94-7E307E6707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2951" y="688176"/>
            <a:ext cx="1405121" cy="14051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1" name="Google Shape;3181;p40"/>
          <p:cNvSpPr/>
          <p:nvPr/>
        </p:nvSpPr>
        <p:spPr>
          <a:xfrm>
            <a:off x="4902551" y="30771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2" name="Google Shape;3182;p40"/>
          <p:cNvSpPr/>
          <p:nvPr/>
        </p:nvSpPr>
        <p:spPr>
          <a:xfrm>
            <a:off x="4902551" y="1804650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3" name="Google Shape;3183;p40"/>
          <p:cNvSpPr/>
          <p:nvPr/>
        </p:nvSpPr>
        <p:spPr>
          <a:xfrm>
            <a:off x="1242351" y="3074263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4" name="Google Shape;3184;p40"/>
          <p:cNvSpPr/>
          <p:nvPr/>
        </p:nvSpPr>
        <p:spPr>
          <a:xfrm>
            <a:off x="1242351" y="1785375"/>
            <a:ext cx="813300" cy="813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5" name="Google Shape;3185;p4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186" name="Google Shape;3186;p40"/>
          <p:cNvSpPr txBox="1">
            <a:spLocks noGrp="1"/>
          </p:cNvSpPr>
          <p:nvPr>
            <p:ph type="title" idx="2"/>
          </p:nvPr>
        </p:nvSpPr>
        <p:spPr>
          <a:xfrm>
            <a:off x="21318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RECOGNIZE</a:t>
            </a:r>
            <a:endParaRPr/>
          </a:p>
        </p:txBody>
      </p:sp>
      <p:sp>
        <p:nvSpPr>
          <p:cNvPr id="3187" name="Google Shape;3187;p40"/>
          <p:cNvSpPr txBox="1">
            <a:spLocks noGrp="1"/>
          </p:cNvSpPr>
          <p:nvPr>
            <p:ph type="subTitle" idx="1"/>
          </p:nvPr>
        </p:nvSpPr>
        <p:spPr>
          <a:xfrm>
            <a:off x="21318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emails and fake websites</a:t>
            </a:r>
            <a:endParaRPr/>
          </a:p>
        </p:txBody>
      </p:sp>
      <p:sp>
        <p:nvSpPr>
          <p:cNvPr id="3188" name="Google Shape;3188;p40"/>
          <p:cNvSpPr txBox="1">
            <a:spLocks noGrp="1"/>
          </p:cNvSpPr>
          <p:nvPr>
            <p:ph type="title" idx="3"/>
          </p:nvPr>
        </p:nvSpPr>
        <p:spPr>
          <a:xfrm>
            <a:off x="5792350" y="1707300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TACTICS</a:t>
            </a:r>
            <a:endParaRPr/>
          </a:p>
        </p:txBody>
      </p:sp>
      <p:sp>
        <p:nvSpPr>
          <p:cNvPr id="3189" name="Google Shape;3189;p40"/>
          <p:cNvSpPr txBox="1">
            <a:spLocks noGrp="1"/>
          </p:cNvSpPr>
          <p:nvPr>
            <p:ph type="subTitle" idx="4"/>
          </p:nvPr>
        </p:nvSpPr>
        <p:spPr>
          <a:xfrm>
            <a:off x="5792350" y="2129781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attackers manipulate people</a:t>
            </a:r>
            <a:endParaRPr/>
          </a:p>
        </p:txBody>
      </p:sp>
      <p:sp>
        <p:nvSpPr>
          <p:cNvPr id="3190" name="Google Shape;3190;p40"/>
          <p:cNvSpPr txBox="1">
            <a:spLocks noGrp="1"/>
          </p:cNvSpPr>
          <p:nvPr>
            <p:ph type="title" idx="5"/>
          </p:nvPr>
        </p:nvSpPr>
        <p:spPr>
          <a:xfrm>
            <a:off x="21318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STAY SAFE</a:t>
            </a:r>
            <a:endParaRPr/>
          </a:p>
        </p:txBody>
      </p:sp>
      <p:sp>
        <p:nvSpPr>
          <p:cNvPr id="3191" name="Google Shape;3191;p40"/>
          <p:cNvSpPr txBox="1">
            <a:spLocks noGrp="1"/>
          </p:cNvSpPr>
          <p:nvPr>
            <p:ph type="subTitle" idx="6"/>
          </p:nvPr>
        </p:nvSpPr>
        <p:spPr>
          <a:xfrm>
            <a:off x="2131850" y="3376625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and tips</a:t>
            </a:r>
            <a:endParaRPr/>
          </a:p>
        </p:txBody>
      </p:sp>
      <p:sp>
        <p:nvSpPr>
          <p:cNvPr id="3192" name="Google Shape;3192;p40"/>
          <p:cNvSpPr txBox="1">
            <a:spLocks noGrp="1"/>
          </p:cNvSpPr>
          <p:nvPr>
            <p:ph type="title" idx="7"/>
          </p:nvPr>
        </p:nvSpPr>
        <p:spPr>
          <a:xfrm>
            <a:off x="5792350" y="2954144"/>
            <a:ext cx="2109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3193" name="Google Shape;3193;p40"/>
          <p:cNvSpPr txBox="1">
            <a:spLocks noGrp="1"/>
          </p:cNvSpPr>
          <p:nvPr>
            <p:ph type="subTitle" idx="8"/>
          </p:nvPr>
        </p:nvSpPr>
        <p:spPr>
          <a:xfrm>
            <a:off x="5792350" y="3376626"/>
            <a:ext cx="21096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what you learned</a:t>
            </a:r>
            <a:endParaRPr/>
          </a:p>
        </p:txBody>
      </p:sp>
      <p:sp>
        <p:nvSpPr>
          <p:cNvPr id="3194" name="Google Shape;3194;p40"/>
          <p:cNvSpPr txBox="1">
            <a:spLocks noGrp="1"/>
          </p:cNvSpPr>
          <p:nvPr>
            <p:ph type="title" idx="9"/>
          </p:nvPr>
        </p:nvSpPr>
        <p:spPr>
          <a:xfrm>
            <a:off x="1242350" y="1951588"/>
            <a:ext cx="813300" cy="48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5" name="Google Shape;3195;p40"/>
          <p:cNvSpPr txBox="1">
            <a:spLocks noGrp="1"/>
          </p:cNvSpPr>
          <p:nvPr>
            <p:ph type="title" idx="13"/>
          </p:nvPr>
        </p:nvSpPr>
        <p:spPr>
          <a:xfrm>
            <a:off x="1242050" y="3235750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96" name="Google Shape;3196;p40"/>
          <p:cNvSpPr txBox="1">
            <a:spLocks noGrp="1"/>
          </p:cNvSpPr>
          <p:nvPr>
            <p:ph type="title" idx="14"/>
          </p:nvPr>
        </p:nvSpPr>
        <p:spPr>
          <a:xfrm>
            <a:off x="4902258" y="19497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97" name="Google Shape;3197;p40"/>
          <p:cNvSpPr txBox="1">
            <a:spLocks noGrp="1"/>
          </p:cNvSpPr>
          <p:nvPr>
            <p:ph type="title" idx="15"/>
          </p:nvPr>
        </p:nvSpPr>
        <p:spPr>
          <a:xfrm>
            <a:off x="4902258" y="3238663"/>
            <a:ext cx="8139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4" name="Google Shape;3304;p42"/>
          <p:cNvGrpSpPr/>
          <p:nvPr/>
        </p:nvGrpSpPr>
        <p:grpSpPr>
          <a:xfrm>
            <a:off x="4994880" y="813716"/>
            <a:ext cx="2227589" cy="1527191"/>
            <a:chOff x="5519300" y="372750"/>
            <a:chExt cx="1039375" cy="712575"/>
          </a:xfrm>
        </p:grpSpPr>
        <p:sp>
          <p:nvSpPr>
            <p:cNvPr id="3305" name="Google Shape;3305;p4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4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4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4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4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4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4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4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4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4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4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4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4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4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4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4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4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4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4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4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4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4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4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4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4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4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4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4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4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4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4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4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4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4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4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4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4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4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4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4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4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4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4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4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4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4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4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4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4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4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4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4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4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4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4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4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4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4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4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4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4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4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4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4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4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4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4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2" name="Google Shape;3372;p42"/>
          <p:cNvGrpSpPr/>
          <p:nvPr/>
        </p:nvGrpSpPr>
        <p:grpSpPr>
          <a:xfrm>
            <a:off x="1705329" y="1054278"/>
            <a:ext cx="2227588" cy="726522"/>
            <a:chOff x="3620725" y="372750"/>
            <a:chExt cx="1039375" cy="338989"/>
          </a:xfrm>
        </p:grpSpPr>
        <p:sp>
          <p:nvSpPr>
            <p:cNvPr id="3373" name="Google Shape;3373;p42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42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42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42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42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42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42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42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42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42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42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42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42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42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42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42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42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42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42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42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42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42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42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42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42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42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42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42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42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42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42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42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42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42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42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42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42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10" name="Google Shape;34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024" y="539375"/>
            <a:ext cx="1795352" cy="12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1" name="Google Shape;3411;p42"/>
          <p:cNvSpPr txBox="1">
            <a:spLocks noGrp="1"/>
          </p:cNvSpPr>
          <p:nvPr>
            <p:ph type="title"/>
          </p:nvPr>
        </p:nvSpPr>
        <p:spPr>
          <a:xfrm>
            <a:off x="2029075" y="2490350"/>
            <a:ext cx="50859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PHISHING?</a:t>
            </a:r>
            <a:endParaRPr/>
          </a:p>
        </p:txBody>
      </p:sp>
      <p:sp>
        <p:nvSpPr>
          <p:cNvPr id="3412" name="Google Shape;3412;p42"/>
          <p:cNvSpPr txBox="1">
            <a:spLocks noGrp="1"/>
          </p:cNvSpPr>
          <p:nvPr>
            <p:ph type="subTitle" idx="1"/>
          </p:nvPr>
        </p:nvSpPr>
        <p:spPr>
          <a:xfrm>
            <a:off x="2029075" y="3269253"/>
            <a:ext cx="50859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is when criminals pose as a trusted person or company to trick you into sharing passwords, money or data, or into installing malware. It works because it targets people, not technology.</a:t>
            </a:r>
            <a:endParaRPr/>
          </a:p>
        </p:txBody>
      </p:sp>
      <p:pic>
        <p:nvPicPr>
          <p:cNvPr id="3413" name="Google Shape;341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937" y="390740"/>
            <a:ext cx="1235425" cy="19556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4" name="Google Shape;3414;p42"/>
          <p:cNvGrpSpPr/>
          <p:nvPr/>
        </p:nvGrpSpPr>
        <p:grpSpPr>
          <a:xfrm>
            <a:off x="-759472" y="3311203"/>
            <a:ext cx="2227588" cy="726522"/>
            <a:chOff x="3857800" y="1143286"/>
            <a:chExt cx="1039375" cy="338989"/>
          </a:xfrm>
        </p:grpSpPr>
        <p:sp>
          <p:nvSpPr>
            <p:cNvPr id="3415" name="Google Shape;3415;p42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42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42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42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42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42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42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42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42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42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42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42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42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42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42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42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42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42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42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42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42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42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42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42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42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42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42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42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42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42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5" name="Google Shape;3445;p42"/>
          <p:cNvGrpSpPr/>
          <p:nvPr/>
        </p:nvGrpSpPr>
        <p:grpSpPr>
          <a:xfrm>
            <a:off x="2978333" y="5720819"/>
            <a:ext cx="2227588" cy="726522"/>
            <a:chOff x="3799000" y="1820400"/>
            <a:chExt cx="1039375" cy="338989"/>
          </a:xfrm>
        </p:grpSpPr>
        <p:sp>
          <p:nvSpPr>
            <p:cNvPr id="3446" name="Google Shape;3446;p42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2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2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2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42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42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42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42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42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42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42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42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42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42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42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42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42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42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42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42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42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42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42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42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42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42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42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42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42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42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42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42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42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42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42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42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82" name="Google Shape;34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2211" y="1578450"/>
            <a:ext cx="951175" cy="68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3" name="Google Shape;3483;p42"/>
          <p:cNvGrpSpPr/>
          <p:nvPr/>
        </p:nvGrpSpPr>
        <p:grpSpPr>
          <a:xfrm>
            <a:off x="7732483" y="2542730"/>
            <a:ext cx="2227588" cy="726522"/>
            <a:chOff x="5608450" y="1680311"/>
            <a:chExt cx="1039375" cy="338989"/>
          </a:xfrm>
        </p:grpSpPr>
        <p:sp>
          <p:nvSpPr>
            <p:cNvPr id="3484" name="Google Shape;3484;p4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4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4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4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4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4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4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4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4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4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4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4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4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4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4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4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4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4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4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4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4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4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4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4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4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4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4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4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4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4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4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4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4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4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4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4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2" name="Google Shape;4272;p56"/>
          <p:cNvSpPr txBox="1">
            <a:spLocks noGrp="1"/>
          </p:cNvSpPr>
          <p:nvPr>
            <p:ph type="title"/>
          </p:nvPr>
        </p:nvSpPr>
        <p:spPr>
          <a:xfrm>
            <a:off x="1256050" y="1205625"/>
            <a:ext cx="6632100" cy="188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CLICK</a:t>
            </a:r>
            <a:endParaRPr/>
          </a:p>
        </p:txBody>
      </p:sp>
      <p:sp>
        <p:nvSpPr>
          <p:cNvPr id="4273" name="Google Shape;4273;p56"/>
          <p:cNvSpPr txBox="1">
            <a:spLocks noGrp="1"/>
          </p:cNvSpPr>
          <p:nvPr>
            <p:ph type="subTitle" idx="1"/>
          </p:nvPr>
        </p:nvSpPr>
        <p:spPr>
          <a:xfrm>
            <a:off x="1912038" y="3167400"/>
            <a:ext cx="53199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all it takes to hand an attacker your account</a:t>
            </a:r>
            <a:endParaRPr/>
          </a:p>
        </p:txBody>
      </p:sp>
      <p:grpSp>
        <p:nvGrpSpPr>
          <p:cNvPr id="4274" name="Google Shape;4274;p56"/>
          <p:cNvGrpSpPr/>
          <p:nvPr/>
        </p:nvGrpSpPr>
        <p:grpSpPr>
          <a:xfrm>
            <a:off x="2020591" y="3899251"/>
            <a:ext cx="508123" cy="126020"/>
            <a:chOff x="5786736" y="1680311"/>
            <a:chExt cx="237086" cy="58800"/>
          </a:xfrm>
        </p:grpSpPr>
        <p:sp>
          <p:nvSpPr>
            <p:cNvPr id="4275" name="Google Shape;4275;p56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56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56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4" name="Google Shape;3524;p43"/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525" name="Google Shape;3525;p43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3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3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3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3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3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3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3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3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3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3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3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3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3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3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3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3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3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3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3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3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3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3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3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3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3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3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3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3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3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3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3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3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3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3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3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1" name="Google Shape;3561;p43"/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43"/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RECOGNIZE</a:t>
            </a:r>
            <a:endParaRPr/>
          </a:p>
        </p:txBody>
      </p:sp>
      <p:sp>
        <p:nvSpPr>
          <p:cNvPr id="3563" name="Google Shape;3563;p43"/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64" name="Google Shape;3564;p43"/>
          <p:cNvSpPr txBox="1">
            <a:spLocks noGrp="1"/>
          </p:cNvSpPr>
          <p:nvPr>
            <p:ph type="subTitle" idx="1"/>
          </p:nvPr>
        </p:nvSpPr>
        <p:spPr>
          <a:xfrm>
            <a:off x="4228073" y="3530819"/>
            <a:ext cx="2762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Phishing emails and fake websites</a:t>
            </a:r>
            <a:endParaRPr/>
          </a:p>
        </p:txBody>
      </p:sp>
      <p:pic>
        <p:nvPicPr>
          <p:cNvPr id="3565" name="Google Shape;35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796" y="1431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6" name="Google Shape;35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6479" y="2162900"/>
            <a:ext cx="841225" cy="603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7" name="Google Shape;3567;p43"/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568" name="Google Shape;3568;p43"/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3"/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3"/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3"/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3"/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3"/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3"/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3"/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3"/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3"/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3"/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3"/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3"/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81" name="Google Shape;358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8923" y="506252"/>
            <a:ext cx="1397893" cy="18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2" name="Google Shape;358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7711" y="1506500"/>
            <a:ext cx="676888" cy="10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3" name="Google Shape;358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36451" y="405649"/>
            <a:ext cx="908150" cy="11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4" name="Google Shape;3584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2350" y="1827212"/>
            <a:ext cx="593532" cy="75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5" name="Google Shape;35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904" y="903350"/>
            <a:ext cx="841225" cy="60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6" name="Google Shape;35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404" y="1554462"/>
            <a:ext cx="841225" cy="60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5" name="Google Shape;3675;p47"/>
          <p:cNvGrpSpPr/>
          <p:nvPr/>
        </p:nvGrpSpPr>
        <p:grpSpPr>
          <a:xfrm>
            <a:off x="3702004" y="1973753"/>
            <a:ext cx="1272330" cy="726958"/>
            <a:chOff x="4030253" y="-1410465"/>
            <a:chExt cx="1272330" cy="726958"/>
          </a:xfrm>
        </p:grpSpPr>
        <p:sp>
          <p:nvSpPr>
            <p:cNvPr id="3676" name="Google Shape;3676;p47"/>
            <p:cNvSpPr/>
            <p:nvPr/>
          </p:nvSpPr>
          <p:spPr>
            <a:xfrm>
              <a:off x="5176563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47"/>
            <p:cNvSpPr/>
            <p:nvPr/>
          </p:nvSpPr>
          <p:spPr>
            <a:xfrm>
              <a:off x="4221304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47"/>
            <p:cNvSpPr/>
            <p:nvPr/>
          </p:nvSpPr>
          <p:spPr>
            <a:xfrm>
              <a:off x="4412356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47"/>
            <p:cNvSpPr/>
            <p:nvPr/>
          </p:nvSpPr>
          <p:spPr>
            <a:xfrm>
              <a:off x="4030253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47"/>
            <p:cNvSpPr/>
            <p:nvPr/>
          </p:nvSpPr>
          <p:spPr>
            <a:xfrm>
              <a:off x="5176563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47"/>
            <p:cNvSpPr/>
            <p:nvPr/>
          </p:nvSpPr>
          <p:spPr>
            <a:xfrm>
              <a:off x="5176563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47"/>
            <p:cNvSpPr/>
            <p:nvPr/>
          </p:nvSpPr>
          <p:spPr>
            <a:xfrm>
              <a:off x="5176563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47"/>
            <p:cNvSpPr/>
            <p:nvPr/>
          </p:nvSpPr>
          <p:spPr>
            <a:xfrm>
              <a:off x="4794459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47"/>
            <p:cNvSpPr/>
            <p:nvPr/>
          </p:nvSpPr>
          <p:spPr>
            <a:xfrm>
              <a:off x="4794459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47"/>
            <p:cNvSpPr/>
            <p:nvPr/>
          </p:nvSpPr>
          <p:spPr>
            <a:xfrm>
              <a:off x="4794459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47"/>
            <p:cNvSpPr/>
            <p:nvPr/>
          </p:nvSpPr>
          <p:spPr>
            <a:xfrm>
              <a:off x="4985511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47"/>
            <p:cNvSpPr/>
            <p:nvPr/>
          </p:nvSpPr>
          <p:spPr>
            <a:xfrm>
              <a:off x="4985511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47"/>
            <p:cNvSpPr/>
            <p:nvPr/>
          </p:nvSpPr>
          <p:spPr>
            <a:xfrm>
              <a:off x="4985511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47"/>
            <p:cNvSpPr/>
            <p:nvPr/>
          </p:nvSpPr>
          <p:spPr>
            <a:xfrm>
              <a:off x="4603408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47"/>
            <p:cNvSpPr/>
            <p:nvPr/>
          </p:nvSpPr>
          <p:spPr>
            <a:xfrm>
              <a:off x="4603408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47"/>
            <p:cNvSpPr/>
            <p:nvPr/>
          </p:nvSpPr>
          <p:spPr>
            <a:xfrm>
              <a:off x="4221304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47"/>
            <p:cNvSpPr/>
            <p:nvPr/>
          </p:nvSpPr>
          <p:spPr>
            <a:xfrm>
              <a:off x="4221304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47"/>
            <p:cNvSpPr/>
            <p:nvPr/>
          </p:nvSpPr>
          <p:spPr>
            <a:xfrm>
              <a:off x="4412356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47"/>
            <p:cNvSpPr/>
            <p:nvPr/>
          </p:nvSpPr>
          <p:spPr>
            <a:xfrm>
              <a:off x="4412356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47"/>
            <p:cNvSpPr/>
            <p:nvPr/>
          </p:nvSpPr>
          <p:spPr>
            <a:xfrm>
              <a:off x="4412356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47"/>
            <p:cNvSpPr/>
            <p:nvPr/>
          </p:nvSpPr>
          <p:spPr>
            <a:xfrm>
              <a:off x="4030253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47"/>
            <p:cNvSpPr/>
            <p:nvPr/>
          </p:nvSpPr>
          <p:spPr>
            <a:xfrm>
              <a:off x="4030253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47"/>
            <p:cNvSpPr/>
            <p:nvPr/>
          </p:nvSpPr>
          <p:spPr>
            <a:xfrm>
              <a:off x="4030253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9" name="Google Shape;3699;p47"/>
          <p:cNvGrpSpPr/>
          <p:nvPr/>
        </p:nvGrpSpPr>
        <p:grpSpPr>
          <a:xfrm>
            <a:off x="5929366" y="1629471"/>
            <a:ext cx="1463362" cy="726522"/>
            <a:chOff x="8172753" y="6539578"/>
            <a:chExt cx="1463362" cy="726522"/>
          </a:xfrm>
        </p:grpSpPr>
        <p:sp>
          <p:nvSpPr>
            <p:cNvPr id="3700" name="Google Shape;3700;p47"/>
            <p:cNvSpPr/>
            <p:nvPr/>
          </p:nvSpPr>
          <p:spPr>
            <a:xfrm>
              <a:off x="9510115" y="653957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47"/>
            <p:cNvSpPr/>
            <p:nvPr/>
          </p:nvSpPr>
          <p:spPr>
            <a:xfrm>
              <a:off x="9510115" y="693991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47"/>
            <p:cNvSpPr/>
            <p:nvPr/>
          </p:nvSpPr>
          <p:spPr>
            <a:xfrm>
              <a:off x="9510115" y="714007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47"/>
            <p:cNvSpPr/>
            <p:nvPr/>
          </p:nvSpPr>
          <p:spPr>
            <a:xfrm>
              <a:off x="9319063" y="653957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47"/>
            <p:cNvSpPr/>
            <p:nvPr/>
          </p:nvSpPr>
          <p:spPr>
            <a:xfrm>
              <a:off x="9319063" y="693991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47"/>
            <p:cNvSpPr/>
            <p:nvPr/>
          </p:nvSpPr>
          <p:spPr>
            <a:xfrm>
              <a:off x="9319063" y="714007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47"/>
            <p:cNvSpPr/>
            <p:nvPr/>
          </p:nvSpPr>
          <p:spPr>
            <a:xfrm>
              <a:off x="8936960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47"/>
            <p:cNvSpPr/>
            <p:nvPr/>
          </p:nvSpPr>
          <p:spPr>
            <a:xfrm>
              <a:off x="9128011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47"/>
            <p:cNvSpPr/>
            <p:nvPr/>
          </p:nvSpPr>
          <p:spPr>
            <a:xfrm>
              <a:off x="9128011" y="693991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47"/>
            <p:cNvSpPr/>
            <p:nvPr/>
          </p:nvSpPr>
          <p:spPr>
            <a:xfrm>
              <a:off x="8745908" y="6539578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47"/>
            <p:cNvSpPr/>
            <p:nvPr/>
          </p:nvSpPr>
          <p:spPr>
            <a:xfrm>
              <a:off x="8745908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47"/>
            <p:cNvSpPr/>
            <p:nvPr/>
          </p:nvSpPr>
          <p:spPr>
            <a:xfrm>
              <a:off x="8745908" y="693991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47"/>
            <p:cNvSpPr/>
            <p:nvPr/>
          </p:nvSpPr>
          <p:spPr>
            <a:xfrm>
              <a:off x="8363805" y="6539578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47"/>
            <p:cNvSpPr/>
            <p:nvPr/>
          </p:nvSpPr>
          <p:spPr>
            <a:xfrm>
              <a:off x="8363805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47"/>
            <p:cNvSpPr/>
            <p:nvPr/>
          </p:nvSpPr>
          <p:spPr>
            <a:xfrm>
              <a:off x="8363805" y="71400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47"/>
            <p:cNvSpPr/>
            <p:nvPr/>
          </p:nvSpPr>
          <p:spPr>
            <a:xfrm>
              <a:off x="8554856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47"/>
            <p:cNvSpPr/>
            <p:nvPr/>
          </p:nvSpPr>
          <p:spPr>
            <a:xfrm>
              <a:off x="8554856" y="693991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47"/>
            <p:cNvSpPr/>
            <p:nvPr/>
          </p:nvSpPr>
          <p:spPr>
            <a:xfrm>
              <a:off x="8554856" y="71400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47"/>
            <p:cNvSpPr/>
            <p:nvPr/>
          </p:nvSpPr>
          <p:spPr>
            <a:xfrm>
              <a:off x="8172753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47"/>
            <p:cNvSpPr/>
            <p:nvPr/>
          </p:nvSpPr>
          <p:spPr>
            <a:xfrm>
              <a:off x="8172753" y="693991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0" name="Google Shape;3720;p47"/>
          <p:cNvGrpSpPr/>
          <p:nvPr/>
        </p:nvGrpSpPr>
        <p:grpSpPr>
          <a:xfrm>
            <a:off x="1605408" y="1310733"/>
            <a:ext cx="1654433" cy="726522"/>
            <a:chOff x="-453166" y="5813044"/>
            <a:chExt cx="1654433" cy="726522"/>
          </a:xfrm>
        </p:grpSpPr>
        <p:sp>
          <p:nvSpPr>
            <p:cNvPr id="3721" name="Google Shape;3721;p47"/>
            <p:cNvSpPr/>
            <p:nvPr/>
          </p:nvSpPr>
          <p:spPr>
            <a:xfrm>
              <a:off x="1075248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47"/>
            <p:cNvSpPr/>
            <p:nvPr/>
          </p:nvSpPr>
          <p:spPr>
            <a:xfrm>
              <a:off x="693144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47"/>
            <p:cNvSpPr/>
            <p:nvPr/>
          </p:nvSpPr>
          <p:spPr>
            <a:xfrm>
              <a:off x="693144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47"/>
            <p:cNvSpPr/>
            <p:nvPr/>
          </p:nvSpPr>
          <p:spPr>
            <a:xfrm>
              <a:off x="693144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47"/>
            <p:cNvSpPr/>
            <p:nvPr/>
          </p:nvSpPr>
          <p:spPr>
            <a:xfrm>
              <a:off x="884196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47"/>
            <p:cNvSpPr/>
            <p:nvPr/>
          </p:nvSpPr>
          <p:spPr>
            <a:xfrm>
              <a:off x="884196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47"/>
            <p:cNvSpPr/>
            <p:nvPr/>
          </p:nvSpPr>
          <p:spPr>
            <a:xfrm>
              <a:off x="502093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47"/>
            <p:cNvSpPr/>
            <p:nvPr/>
          </p:nvSpPr>
          <p:spPr>
            <a:xfrm>
              <a:off x="502093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47"/>
            <p:cNvSpPr/>
            <p:nvPr/>
          </p:nvSpPr>
          <p:spPr>
            <a:xfrm>
              <a:off x="502093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47"/>
            <p:cNvSpPr/>
            <p:nvPr/>
          </p:nvSpPr>
          <p:spPr>
            <a:xfrm>
              <a:off x="502093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47"/>
            <p:cNvSpPr/>
            <p:nvPr/>
          </p:nvSpPr>
          <p:spPr>
            <a:xfrm>
              <a:off x="119989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47"/>
            <p:cNvSpPr/>
            <p:nvPr/>
          </p:nvSpPr>
          <p:spPr>
            <a:xfrm>
              <a:off x="119989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47"/>
            <p:cNvSpPr/>
            <p:nvPr/>
          </p:nvSpPr>
          <p:spPr>
            <a:xfrm>
              <a:off x="119989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47"/>
            <p:cNvSpPr/>
            <p:nvPr/>
          </p:nvSpPr>
          <p:spPr>
            <a:xfrm>
              <a:off x="119989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47"/>
            <p:cNvSpPr/>
            <p:nvPr/>
          </p:nvSpPr>
          <p:spPr>
            <a:xfrm>
              <a:off x="311041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47"/>
            <p:cNvSpPr/>
            <p:nvPr/>
          </p:nvSpPr>
          <p:spPr>
            <a:xfrm>
              <a:off x="311041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47"/>
            <p:cNvSpPr/>
            <p:nvPr/>
          </p:nvSpPr>
          <p:spPr>
            <a:xfrm>
              <a:off x="311041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47"/>
            <p:cNvSpPr/>
            <p:nvPr/>
          </p:nvSpPr>
          <p:spPr>
            <a:xfrm>
              <a:off x="311041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47"/>
            <p:cNvSpPr/>
            <p:nvPr/>
          </p:nvSpPr>
          <p:spPr>
            <a:xfrm>
              <a:off x="-71062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47"/>
            <p:cNvSpPr/>
            <p:nvPr/>
          </p:nvSpPr>
          <p:spPr>
            <a:xfrm>
              <a:off x="-71062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47"/>
            <p:cNvSpPr/>
            <p:nvPr/>
          </p:nvSpPr>
          <p:spPr>
            <a:xfrm>
              <a:off x="-453166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47"/>
            <p:cNvSpPr/>
            <p:nvPr/>
          </p:nvSpPr>
          <p:spPr>
            <a:xfrm>
              <a:off x="-262114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47"/>
            <p:cNvSpPr/>
            <p:nvPr/>
          </p:nvSpPr>
          <p:spPr>
            <a:xfrm>
              <a:off x="-262114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4" name="Google Shape;3744;p47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RED FLAGS</a:t>
            </a:r>
            <a:endParaRPr/>
          </a:p>
        </p:txBody>
      </p:sp>
      <p:sp>
        <p:nvSpPr>
          <p:cNvPr id="3745" name="Google Shape;3745;p47"/>
          <p:cNvSpPr txBox="1">
            <a:spLocks noGrp="1"/>
          </p:cNvSpPr>
          <p:nvPr>
            <p:ph type="title" idx="2"/>
          </p:nvPr>
        </p:nvSpPr>
        <p:spPr>
          <a:xfrm>
            <a:off x="1099200" y="2941050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SENDER</a:t>
            </a:r>
            <a:endParaRPr/>
          </a:p>
        </p:txBody>
      </p:sp>
      <p:sp>
        <p:nvSpPr>
          <p:cNvPr id="3746" name="Google Shape;3746;p47"/>
          <p:cNvSpPr txBox="1">
            <a:spLocks noGrp="1"/>
          </p:cNvSpPr>
          <p:nvPr>
            <p:ph type="subTitle" idx="1"/>
          </p:nvPr>
        </p:nvSpPr>
        <p:spPr>
          <a:xfrm>
            <a:off x="1099200" y="3370599"/>
            <a:ext cx="20067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Look-alike or odd addresses, such as support@paypa1.com</a:t>
            </a:r>
            <a:endParaRPr/>
          </a:p>
        </p:txBody>
      </p:sp>
      <p:sp>
        <p:nvSpPr>
          <p:cNvPr id="3747" name="Google Shape;3747;p47"/>
          <p:cNvSpPr txBox="1">
            <a:spLocks noGrp="1"/>
          </p:cNvSpPr>
          <p:nvPr>
            <p:ph type="title" idx="3"/>
          </p:nvPr>
        </p:nvSpPr>
        <p:spPr>
          <a:xfrm>
            <a:off x="3528012" y="2941050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URGENCY</a:t>
            </a:r>
            <a:endParaRPr/>
          </a:p>
        </p:txBody>
      </p:sp>
      <p:sp>
        <p:nvSpPr>
          <p:cNvPr id="3748" name="Google Shape;3748;p47"/>
          <p:cNvSpPr txBox="1">
            <a:spLocks noGrp="1"/>
          </p:cNvSpPr>
          <p:nvPr>
            <p:ph type="subTitle" idx="4"/>
          </p:nvPr>
        </p:nvSpPr>
        <p:spPr>
          <a:xfrm>
            <a:off x="3528012" y="3370600"/>
            <a:ext cx="20067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Threats and deadlines: “Act now or your account closes”</a:t>
            </a:r>
            <a:endParaRPr/>
          </a:p>
        </p:txBody>
      </p:sp>
      <p:sp>
        <p:nvSpPr>
          <p:cNvPr id="3749" name="Google Shape;3749;p47"/>
          <p:cNvSpPr txBox="1">
            <a:spLocks noGrp="1"/>
          </p:cNvSpPr>
          <p:nvPr>
            <p:ph type="title" idx="5"/>
          </p:nvPr>
        </p:nvSpPr>
        <p:spPr>
          <a:xfrm>
            <a:off x="5956750" y="2941050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3750" name="Google Shape;3750;p47"/>
          <p:cNvSpPr txBox="1">
            <a:spLocks noGrp="1"/>
          </p:cNvSpPr>
          <p:nvPr>
            <p:ph type="subTitle" idx="6"/>
          </p:nvPr>
        </p:nvSpPr>
        <p:spPr>
          <a:xfrm>
            <a:off x="5956750" y="3370600"/>
            <a:ext cx="20067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Unexpected links, attachments and greetings like “Dear user”</a:t>
            </a:r>
            <a:endParaRPr/>
          </a:p>
        </p:txBody>
      </p:sp>
      <p:grpSp>
        <p:nvGrpSpPr>
          <p:cNvPr id="3751" name="Google Shape;3751;p47"/>
          <p:cNvGrpSpPr/>
          <p:nvPr/>
        </p:nvGrpSpPr>
        <p:grpSpPr>
          <a:xfrm>
            <a:off x="8375391" y="274915"/>
            <a:ext cx="485944" cy="339170"/>
            <a:chOff x="5265975" y="1869575"/>
            <a:chExt cx="269400" cy="128825"/>
          </a:xfrm>
        </p:grpSpPr>
        <p:cxnSp>
          <p:nvCxnSpPr>
            <p:cNvPr id="3752" name="Google Shape;3752;p47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3" name="Google Shape;3753;p47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4" name="Google Shape;3754;p47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5" name="Google Shape;3755;p47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6" name="Google Shape;3756;p47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7" name="Google Shape;3757;p47"/>
          <p:cNvSpPr/>
          <p:nvPr/>
        </p:nvSpPr>
        <p:spPr>
          <a:xfrm>
            <a:off x="1539752" y="1564119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8" name="Google Shape;3758;p47"/>
          <p:cNvSpPr/>
          <p:nvPr/>
        </p:nvSpPr>
        <p:spPr>
          <a:xfrm>
            <a:off x="3968402" y="1564119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9" name="Google Shape;3759;p47"/>
          <p:cNvSpPr/>
          <p:nvPr/>
        </p:nvSpPr>
        <p:spPr>
          <a:xfrm>
            <a:off x="6405052" y="1564119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0" name="Google Shape;3760;p47"/>
          <p:cNvGrpSpPr/>
          <p:nvPr/>
        </p:nvGrpSpPr>
        <p:grpSpPr>
          <a:xfrm>
            <a:off x="6765697" y="1923616"/>
            <a:ext cx="485909" cy="488506"/>
            <a:chOff x="6069423" y="2891892"/>
            <a:chExt cx="362321" cy="364231"/>
          </a:xfrm>
        </p:grpSpPr>
        <p:sp>
          <p:nvSpPr>
            <p:cNvPr id="3761" name="Google Shape;3761;p47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47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47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47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47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47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7" name="Google Shape;3767;p47"/>
          <p:cNvGrpSpPr/>
          <p:nvPr/>
        </p:nvGrpSpPr>
        <p:grpSpPr>
          <a:xfrm>
            <a:off x="4308152" y="1922358"/>
            <a:ext cx="527700" cy="491022"/>
            <a:chOff x="6099375" y="2456075"/>
            <a:chExt cx="337684" cy="314194"/>
          </a:xfrm>
        </p:grpSpPr>
        <p:sp>
          <p:nvSpPr>
            <p:cNvPr id="3768" name="Google Shape;3768;p47"/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47"/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0" name="Google Shape;3770;p47"/>
          <p:cNvGrpSpPr/>
          <p:nvPr/>
        </p:nvGrpSpPr>
        <p:grpSpPr>
          <a:xfrm>
            <a:off x="1879503" y="1904020"/>
            <a:ext cx="527697" cy="527697"/>
            <a:chOff x="1819576" y="1511679"/>
            <a:chExt cx="352103" cy="352103"/>
          </a:xfrm>
        </p:grpSpPr>
        <p:sp>
          <p:nvSpPr>
            <p:cNvPr id="3771" name="Google Shape;3771;p47"/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47"/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47"/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47"/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49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PHISHING</a:t>
            </a:r>
            <a:endParaRPr/>
          </a:p>
        </p:txBody>
      </p:sp>
      <p:sp>
        <p:nvSpPr>
          <p:cNvPr id="3825" name="Google Shape;3825;p49"/>
          <p:cNvSpPr txBox="1">
            <a:spLocks noGrp="1"/>
          </p:cNvSpPr>
          <p:nvPr>
            <p:ph type="title" idx="2"/>
          </p:nvPr>
        </p:nvSpPr>
        <p:spPr>
          <a:xfrm>
            <a:off x="1015475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SMISHING</a:t>
            </a:r>
            <a:endParaRPr/>
          </a:p>
        </p:txBody>
      </p:sp>
      <p:sp>
        <p:nvSpPr>
          <p:cNvPr id="3826" name="Google Shape;3826;p49"/>
          <p:cNvSpPr txBox="1">
            <a:spLocks noGrp="1"/>
          </p:cNvSpPr>
          <p:nvPr>
            <p:ph type="subTitle" idx="1"/>
          </p:nvPr>
        </p:nvSpPr>
        <p:spPr>
          <a:xfrm>
            <a:off x="1015475" y="3696599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text messages with links</a:t>
            </a:r>
            <a:endParaRPr/>
          </a:p>
        </p:txBody>
      </p:sp>
      <p:sp>
        <p:nvSpPr>
          <p:cNvPr id="3827" name="Google Shape;3827;p49"/>
          <p:cNvSpPr txBox="1">
            <a:spLocks noGrp="1"/>
          </p:cNvSpPr>
          <p:nvPr>
            <p:ph type="title" idx="3"/>
          </p:nvPr>
        </p:nvSpPr>
        <p:spPr>
          <a:xfrm>
            <a:off x="3671479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VISHING</a:t>
            </a:r>
            <a:endParaRPr/>
          </a:p>
        </p:txBody>
      </p:sp>
      <p:sp>
        <p:nvSpPr>
          <p:cNvPr id="3828" name="Google Shape;3828;p49"/>
          <p:cNvSpPr txBox="1">
            <a:spLocks noGrp="1"/>
          </p:cNvSpPr>
          <p:nvPr>
            <p:ph type="subTitle" idx="4"/>
          </p:nvPr>
        </p:nvSpPr>
        <p:spPr>
          <a:xfrm>
            <a:off x="3671479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 calls from fake support</a:t>
            </a:r>
            <a:endParaRPr/>
          </a:p>
        </p:txBody>
      </p:sp>
      <p:sp>
        <p:nvSpPr>
          <p:cNvPr id="3829" name="Google Shape;3829;p49"/>
          <p:cNvSpPr txBox="1">
            <a:spLocks noGrp="1"/>
          </p:cNvSpPr>
          <p:nvPr>
            <p:ph type="title" idx="5"/>
          </p:nvPr>
        </p:nvSpPr>
        <p:spPr>
          <a:xfrm>
            <a:off x="6327467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 CODES</a:t>
            </a:r>
            <a:endParaRPr/>
          </a:p>
        </p:txBody>
      </p:sp>
      <p:sp>
        <p:nvSpPr>
          <p:cNvPr id="3830" name="Google Shape;3830;p49"/>
          <p:cNvSpPr txBox="1">
            <a:spLocks noGrp="1"/>
          </p:cNvSpPr>
          <p:nvPr>
            <p:ph type="subTitle" idx="6"/>
          </p:nvPr>
        </p:nvSpPr>
        <p:spPr>
          <a:xfrm>
            <a:off x="6327467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codes leading to bad sites</a:t>
            </a:r>
            <a:endParaRPr/>
          </a:p>
        </p:txBody>
      </p:sp>
      <p:sp>
        <p:nvSpPr>
          <p:cNvPr id="3831" name="Google Shape;3831;p49"/>
          <p:cNvSpPr txBox="1">
            <a:spLocks noGrp="1"/>
          </p:cNvSpPr>
          <p:nvPr>
            <p:ph type="title" idx="7"/>
          </p:nvPr>
        </p:nvSpPr>
        <p:spPr>
          <a:xfrm>
            <a:off x="1015475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3832" name="Google Shape;3832;p49"/>
          <p:cNvSpPr txBox="1">
            <a:spLocks noGrp="1"/>
          </p:cNvSpPr>
          <p:nvPr>
            <p:ph type="subTitle" idx="8"/>
          </p:nvPr>
        </p:nvSpPr>
        <p:spPr>
          <a:xfrm>
            <a:off x="1015475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Mass messages posing as banks or brands</a:t>
            </a:r>
            <a:endParaRPr/>
          </a:p>
        </p:txBody>
      </p:sp>
      <p:sp>
        <p:nvSpPr>
          <p:cNvPr id="3833" name="Google Shape;3833;p49"/>
          <p:cNvSpPr txBox="1">
            <a:spLocks noGrp="1"/>
          </p:cNvSpPr>
          <p:nvPr>
            <p:ph type="title" idx="9"/>
          </p:nvPr>
        </p:nvSpPr>
        <p:spPr>
          <a:xfrm>
            <a:off x="3671479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SPEAR</a:t>
            </a:r>
            <a:endParaRPr/>
          </a:p>
        </p:txBody>
      </p:sp>
      <p:sp>
        <p:nvSpPr>
          <p:cNvPr id="3834" name="Google Shape;3834;p49"/>
          <p:cNvSpPr txBox="1">
            <a:spLocks noGrp="1"/>
          </p:cNvSpPr>
          <p:nvPr>
            <p:ph type="subTitle" idx="13"/>
          </p:nvPr>
        </p:nvSpPr>
        <p:spPr>
          <a:xfrm>
            <a:off x="3671479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Targeted at you using personal details</a:t>
            </a:r>
            <a:endParaRPr/>
          </a:p>
        </p:txBody>
      </p:sp>
      <p:sp>
        <p:nvSpPr>
          <p:cNvPr id="3835" name="Google Shape;3835;p49"/>
          <p:cNvSpPr txBox="1">
            <a:spLocks noGrp="1"/>
          </p:cNvSpPr>
          <p:nvPr>
            <p:ph type="title" idx="14"/>
          </p:nvPr>
        </p:nvSpPr>
        <p:spPr>
          <a:xfrm>
            <a:off x="6327467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WHALING</a:t>
            </a:r>
            <a:endParaRPr/>
          </a:p>
        </p:txBody>
      </p:sp>
      <p:sp>
        <p:nvSpPr>
          <p:cNvPr id="3836" name="Google Shape;3836;p49"/>
          <p:cNvSpPr txBox="1">
            <a:spLocks noGrp="1"/>
          </p:cNvSpPr>
          <p:nvPr>
            <p:ph type="subTitle" idx="15"/>
          </p:nvPr>
        </p:nvSpPr>
        <p:spPr>
          <a:xfrm>
            <a:off x="6327467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Aimed at executives and finance staff</a:t>
            </a:r>
            <a:endParaRPr/>
          </a:p>
        </p:txBody>
      </p:sp>
      <p:sp>
        <p:nvSpPr>
          <p:cNvPr id="3837" name="Google Shape;3837;p49"/>
          <p:cNvSpPr/>
          <p:nvPr/>
        </p:nvSpPr>
        <p:spPr>
          <a:xfrm>
            <a:off x="4789508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8" name="Google Shape;3838;p49"/>
          <p:cNvSpPr/>
          <p:nvPr/>
        </p:nvSpPr>
        <p:spPr>
          <a:xfrm>
            <a:off x="4975306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9" name="Google Shape;3839;p49"/>
          <p:cNvSpPr/>
          <p:nvPr/>
        </p:nvSpPr>
        <p:spPr>
          <a:xfrm>
            <a:off x="4603711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0" name="Google Shape;3840;p49"/>
          <p:cNvSpPr/>
          <p:nvPr/>
        </p:nvSpPr>
        <p:spPr>
          <a:xfrm>
            <a:off x="4232115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1" name="Google Shape;3841;p49"/>
          <p:cNvSpPr/>
          <p:nvPr/>
        </p:nvSpPr>
        <p:spPr>
          <a:xfrm>
            <a:off x="4417913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2" name="Google Shape;3842;p49"/>
          <p:cNvSpPr/>
          <p:nvPr/>
        </p:nvSpPr>
        <p:spPr>
          <a:xfrm>
            <a:off x="4046317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3" name="Google Shape;3843;p49"/>
          <p:cNvSpPr/>
          <p:nvPr/>
        </p:nvSpPr>
        <p:spPr>
          <a:xfrm>
            <a:off x="7445496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4" name="Google Shape;3844;p49"/>
          <p:cNvSpPr/>
          <p:nvPr/>
        </p:nvSpPr>
        <p:spPr>
          <a:xfrm>
            <a:off x="7631293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5" name="Google Shape;3845;p49"/>
          <p:cNvSpPr/>
          <p:nvPr/>
        </p:nvSpPr>
        <p:spPr>
          <a:xfrm>
            <a:off x="7259698" y="1525348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6" name="Google Shape;3846;p49"/>
          <p:cNvSpPr/>
          <p:nvPr/>
        </p:nvSpPr>
        <p:spPr>
          <a:xfrm>
            <a:off x="6888102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7" name="Google Shape;3847;p49"/>
          <p:cNvSpPr/>
          <p:nvPr/>
        </p:nvSpPr>
        <p:spPr>
          <a:xfrm>
            <a:off x="7073900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8" name="Google Shape;3848;p49"/>
          <p:cNvSpPr/>
          <p:nvPr/>
        </p:nvSpPr>
        <p:spPr>
          <a:xfrm>
            <a:off x="6702305" y="1525348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9" name="Google Shape;3849;p49"/>
          <p:cNvSpPr/>
          <p:nvPr/>
        </p:nvSpPr>
        <p:spPr>
          <a:xfrm>
            <a:off x="2134134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0" name="Google Shape;3850;p49"/>
          <p:cNvSpPr/>
          <p:nvPr/>
        </p:nvSpPr>
        <p:spPr>
          <a:xfrm>
            <a:off x="2320620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1" name="Google Shape;3851;p49"/>
          <p:cNvSpPr/>
          <p:nvPr/>
        </p:nvSpPr>
        <p:spPr>
          <a:xfrm>
            <a:off x="1947649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2" name="Google Shape;3852;p49"/>
          <p:cNvSpPr/>
          <p:nvPr/>
        </p:nvSpPr>
        <p:spPr>
          <a:xfrm>
            <a:off x="1574678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3" name="Google Shape;3853;p49"/>
          <p:cNvSpPr/>
          <p:nvPr/>
        </p:nvSpPr>
        <p:spPr>
          <a:xfrm>
            <a:off x="1761163" y="1549426"/>
            <a:ext cx="122989" cy="12300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4" name="Google Shape;3854;p49"/>
          <p:cNvSpPr/>
          <p:nvPr/>
        </p:nvSpPr>
        <p:spPr>
          <a:xfrm>
            <a:off x="1388192" y="1549426"/>
            <a:ext cx="122989" cy="123001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5" name="Google Shape;3855;p49"/>
          <p:cNvSpPr/>
          <p:nvPr/>
        </p:nvSpPr>
        <p:spPr>
          <a:xfrm>
            <a:off x="2135276" y="3098985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6" name="Google Shape;3856;p49"/>
          <p:cNvSpPr/>
          <p:nvPr/>
        </p:nvSpPr>
        <p:spPr>
          <a:xfrm>
            <a:off x="2321073" y="3098985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7" name="Google Shape;3857;p49"/>
          <p:cNvSpPr/>
          <p:nvPr/>
        </p:nvSpPr>
        <p:spPr>
          <a:xfrm>
            <a:off x="1949478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8" name="Google Shape;3858;p49"/>
          <p:cNvSpPr/>
          <p:nvPr/>
        </p:nvSpPr>
        <p:spPr>
          <a:xfrm>
            <a:off x="1577882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9" name="Google Shape;3859;p49"/>
          <p:cNvSpPr/>
          <p:nvPr/>
        </p:nvSpPr>
        <p:spPr>
          <a:xfrm>
            <a:off x="1763680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0" name="Google Shape;3860;p49"/>
          <p:cNvSpPr/>
          <p:nvPr/>
        </p:nvSpPr>
        <p:spPr>
          <a:xfrm>
            <a:off x="1392085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1" name="Google Shape;3861;p49"/>
          <p:cNvSpPr/>
          <p:nvPr/>
        </p:nvSpPr>
        <p:spPr>
          <a:xfrm>
            <a:off x="7445496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2" name="Google Shape;3862;p49"/>
          <p:cNvSpPr/>
          <p:nvPr/>
        </p:nvSpPr>
        <p:spPr>
          <a:xfrm>
            <a:off x="7631293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3" name="Google Shape;3863;p49"/>
          <p:cNvSpPr/>
          <p:nvPr/>
        </p:nvSpPr>
        <p:spPr>
          <a:xfrm>
            <a:off x="7259698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4" name="Google Shape;3864;p49"/>
          <p:cNvSpPr/>
          <p:nvPr/>
        </p:nvSpPr>
        <p:spPr>
          <a:xfrm>
            <a:off x="6888102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5" name="Google Shape;3865;p49"/>
          <p:cNvSpPr/>
          <p:nvPr/>
        </p:nvSpPr>
        <p:spPr>
          <a:xfrm>
            <a:off x="7073900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6" name="Google Shape;3866;p49"/>
          <p:cNvSpPr/>
          <p:nvPr/>
        </p:nvSpPr>
        <p:spPr>
          <a:xfrm>
            <a:off x="6702305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7" name="Google Shape;3867;p49"/>
          <p:cNvSpPr/>
          <p:nvPr/>
        </p:nvSpPr>
        <p:spPr>
          <a:xfrm>
            <a:off x="4789508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8" name="Google Shape;3868;p49"/>
          <p:cNvSpPr/>
          <p:nvPr/>
        </p:nvSpPr>
        <p:spPr>
          <a:xfrm>
            <a:off x="4975306" y="3098985"/>
            <a:ext cx="122535" cy="12409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9" name="Google Shape;3869;p49"/>
          <p:cNvSpPr/>
          <p:nvPr/>
        </p:nvSpPr>
        <p:spPr>
          <a:xfrm>
            <a:off x="4603711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0" name="Google Shape;3870;p49"/>
          <p:cNvSpPr/>
          <p:nvPr/>
        </p:nvSpPr>
        <p:spPr>
          <a:xfrm>
            <a:off x="4232115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1" name="Google Shape;3871;p49"/>
          <p:cNvSpPr/>
          <p:nvPr/>
        </p:nvSpPr>
        <p:spPr>
          <a:xfrm>
            <a:off x="4417913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2" name="Google Shape;3872;p49"/>
          <p:cNvSpPr/>
          <p:nvPr/>
        </p:nvSpPr>
        <p:spPr>
          <a:xfrm>
            <a:off x="4046317" y="3098985"/>
            <a:ext cx="122535" cy="12409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8" name="Google Shape;3608;p46"/>
          <p:cNvGrpSpPr/>
          <p:nvPr/>
        </p:nvGrpSpPr>
        <p:grpSpPr>
          <a:xfrm>
            <a:off x="5076988" y="1423053"/>
            <a:ext cx="1272330" cy="726522"/>
            <a:chOff x="4239254" y="-1160684"/>
            <a:chExt cx="1272330" cy="726522"/>
          </a:xfrm>
        </p:grpSpPr>
        <p:sp>
          <p:nvSpPr>
            <p:cNvPr id="3609" name="Google Shape;3609;p46"/>
            <p:cNvSpPr/>
            <p:nvPr/>
          </p:nvSpPr>
          <p:spPr>
            <a:xfrm>
              <a:off x="5385564" y="-116068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46"/>
            <p:cNvSpPr/>
            <p:nvPr/>
          </p:nvSpPr>
          <p:spPr>
            <a:xfrm>
              <a:off x="5385564" y="-560183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46"/>
            <p:cNvSpPr/>
            <p:nvPr/>
          </p:nvSpPr>
          <p:spPr>
            <a:xfrm>
              <a:off x="5003460" y="-116068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46"/>
            <p:cNvSpPr/>
            <p:nvPr/>
          </p:nvSpPr>
          <p:spPr>
            <a:xfrm>
              <a:off x="5003460" y="-76035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46"/>
            <p:cNvSpPr/>
            <p:nvPr/>
          </p:nvSpPr>
          <p:spPr>
            <a:xfrm>
              <a:off x="5003460" y="-560183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46"/>
            <p:cNvSpPr/>
            <p:nvPr/>
          </p:nvSpPr>
          <p:spPr>
            <a:xfrm>
              <a:off x="5194512" y="-116068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46"/>
            <p:cNvSpPr/>
            <p:nvPr/>
          </p:nvSpPr>
          <p:spPr>
            <a:xfrm>
              <a:off x="5194512" y="-96051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46"/>
            <p:cNvSpPr/>
            <p:nvPr/>
          </p:nvSpPr>
          <p:spPr>
            <a:xfrm>
              <a:off x="5194512" y="-560183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46"/>
            <p:cNvSpPr/>
            <p:nvPr/>
          </p:nvSpPr>
          <p:spPr>
            <a:xfrm>
              <a:off x="4812409" y="-116068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46"/>
            <p:cNvSpPr/>
            <p:nvPr/>
          </p:nvSpPr>
          <p:spPr>
            <a:xfrm>
              <a:off x="4812409" y="-96051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46"/>
            <p:cNvSpPr/>
            <p:nvPr/>
          </p:nvSpPr>
          <p:spPr>
            <a:xfrm>
              <a:off x="4812409" y="-76035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46"/>
            <p:cNvSpPr/>
            <p:nvPr/>
          </p:nvSpPr>
          <p:spPr>
            <a:xfrm>
              <a:off x="4812409" y="-560183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46"/>
            <p:cNvSpPr/>
            <p:nvPr/>
          </p:nvSpPr>
          <p:spPr>
            <a:xfrm>
              <a:off x="4430305" y="-96051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46"/>
            <p:cNvSpPr/>
            <p:nvPr/>
          </p:nvSpPr>
          <p:spPr>
            <a:xfrm>
              <a:off x="4430305" y="-76035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46"/>
            <p:cNvSpPr/>
            <p:nvPr/>
          </p:nvSpPr>
          <p:spPr>
            <a:xfrm>
              <a:off x="4430305" y="-560183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46"/>
            <p:cNvSpPr/>
            <p:nvPr/>
          </p:nvSpPr>
          <p:spPr>
            <a:xfrm>
              <a:off x="4621357" y="-116068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46"/>
            <p:cNvSpPr/>
            <p:nvPr/>
          </p:nvSpPr>
          <p:spPr>
            <a:xfrm>
              <a:off x="4621357" y="-96051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46"/>
            <p:cNvSpPr/>
            <p:nvPr/>
          </p:nvSpPr>
          <p:spPr>
            <a:xfrm>
              <a:off x="4621357" y="-76035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46"/>
            <p:cNvSpPr/>
            <p:nvPr/>
          </p:nvSpPr>
          <p:spPr>
            <a:xfrm>
              <a:off x="4621357" y="-560183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46"/>
            <p:cNvSpPr/>
            <p:nvPr/>
          </p:nvSpPr>
          <p:spPr>
            <a:xfrm>
              <a:off x="4239254" y="-76035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9" name="Google Shape;3629;p46"/>
          <p:cNvGrpSpPr/>
          <p:nvPr/>
        </p:nvGrpSpPr>
        <p:grpSpPr>
          <a:xfrm>
            <a:off x="2069705" y="1924003"/>
            <a:ext cx="1845485" cy="726522"/>
            <a:chOff x="3857800" y="1143286"/>
            <a:chExt cx="861089" cy="338989"/>
          </a:xfrm>
        </p:grpSpPr>
        <p:sp>
          <p:nvSpPr>
            <p:cNvPr id="3630" name="Google Shape;3630;p46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46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46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46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46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46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46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46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46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46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46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46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46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46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46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46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46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46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46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46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46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46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46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3" name="Google Shape;3653;p4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FAKE WEBSITES</a:t>
            </a:r>
            <a:endParaRPr/>
          </a:p>
        </p:txBody>
      </p:sp>
      <p:sp>
        <p:nvSpPr>
          <p:cNvPr id="3654" name="Google Shape;3654;p46"/>
          <p:cNvSpPr txBox="1">
            <a:spLocks noGrp="1"/>
          </p:cNvSpPr>
          <p:nvPr>
            <p:ph type="title" idx="2"/>
          </p:nvPr>
        </p:nvSpPr>
        <p:spPr>
          <a:xfrm>
            <a:off x="1762697" y="2785700"/>
            <a:ext cx="2304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THE URL</a:t>
            </a:r>
            <a:endParaRPr/>
          </a:p>
        </p:txBody>
      </p:sp>
      <p:sp>
        <p:nvSpPr>
          <p:cNvPr id="3655" name="Google Shape;3655;p46"/>
          <p:cNvSpPr txBox="1">
            <a:spLocks noGrp="1"/>
          </p:cNvSpPr>
          <p:nvPr>
            <p:ph type="subTitle" idx="1"/>
          </p:nvPr>
        </p:nvSpPr>
        <p:spPr>
          <a:xfrm>
            <a:off x="1764947" y="3215250"/>
            <a:ext cx="229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typos and odd domains like paypa1.com. A padlock alone does not prove a site is safe</a:t>
            </a:r>
            <a:endParaRPr/>
          </a:p>
        </p:txBody>
      </p:sp>
      <p:sp>
        <p:nvSpPr>
          <p:cNvPr id="3656" name="Google Shape;3656;p46"/>
          <p:cNvSpPr txBox="1">
            <a:spLocks noGrp="1"/>
          </p:cNvSpPr>
          <p:nvPr>
            <p:ph type="title" idx="3"/>
          </p:nvPr>
        </p:nvSpPr>
        <p:spPr>
          <a:xfrm>
            <a:off x="5077003" y="2785700"/>
            <a:ext cx="2304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 DIRECT</a:t>
            </a:r>
            <a:endParaRPr/>
          </a:p>
        </p:txBody>
      </p:sp>
      <p:sp>
        <p:nvSpPr>
          <p:cNvPr id="3657" name="Google Shape;3657;p46"/>
          <p:cNvSpPr txBox="1">
            <a:spLocks noGrp="1"/>
          </p:cNvSpPr>
          <p:nvPr>
            <p:ph type="subTitle" idx="4"/>
          </p:nvPr>
        </p:nvSpPr>
        <p:spPr>
          <a:xfrm>
            <a:off x="5079253" y="3215250"/>
            <a:ext cx="229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the official address or use the app instead of clicking links in messages</a:t>
            </a:r>
            <a:endParaRPr/>
          </a:p>
        </p:txBody>
      </p:sp>
      <p:pic>
        <p:nvPicPr>
          <p:cNvPr id="3658" name="Google Shape;36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49" y="111063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3659" name="Google Shape;3659;p46"/>
          <p:cNvSpPr/>
          <p:nvPr/>
        </p:nvSpPr>
        <p:spPr>
          <a:xfrm>
            <a:off x="2311252" y="1345394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0" name="Google Shape;3660;p46"/>
          <p:cNvSpPr/>
          <p:nvPr/>
        </p:nvSpPr>
        <p:spPr>
          <a:xfrm>
            <a:off x="5625552" y="1345394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1" name="Google Shape;3661;p46"/>
          <p:cNvGrpSpPr/>
          <p:nvPr/>
        </p:nvGrpSpPr>
        <p:grpSpPr>
          <a:xfrm>
            <a:off x="2668764" y="1703154"/>
            <a:ext cx="492123" cy="492080"/>
            <a:chOff x="1768938" y="3782219"/>
            <a:chExt cx="367805" cy="367773"/>
          </a:xfrm>
        </p:grpSpPr>
        <p:sp>
          <p:nvSpPr>
            <p:cNvPr id="3662" name="Google Shape;3662;p46"/>
            <p:cNvSpPr/>
            <p:nvPr/>
          </p:nvSpPr>
          <p:spPr>
            <a:xfrm>
              <a:off x="1884380" y="3782219"/>
              <a:ext cx="252363" cy="198412"/>
            </a:xfrm>
            <a:custGeom>
              <a:avLst/>
              <a:gdLst/>
              <a:ahLst/>
              <a:cxnLst/>
              <a:rect l="l" t="t" r="r" b="b"/>
              <a:pathLst>
                <a:path w="7966" h="6263" extrusionOk="0">
                  <a:moveTo>
                    <a:pt x="5346" y="0"/>
                  </a:moveTo>
                  <a:cubicBezTo>
                    <a:pt x="5299" y="0"/>
                    <a:pt x="5263" y="12"/>
                    <a:pt x="5227" y="48"/>
                  </a:cubicBezTo>
                  <a:lnTo>
                    <a:pt x="3382" y="1893"/>
                  </a:lnTo>
                  <a:lnTo>
                    <a:pt x="2893" y="1405"/>
                  </a:lnTo>
                  <a:cubicBezTo>
                    <a:pt x="2864" y="1375"/>
                    <a:pt x="2819" y="1360"/>
                    <a:pt x="2774" y="1360"/>
                  </a:cubicBezTo>
                  <a:cubicBezTo>
                    <a:pt x="2730" y="1360"/>
                    <a:pt x="2685" y="1375"/>
                    <a:pt x="2655" y="1405"/>
                  </a:cubicBezTo>
                  <a:lnTo>
                    <a:pt x="60" y="3989"/>
                  </a:lnTo>
                  <a:cubicBezTo>
                    <a:pt x="0" y="4048"/>
                    <a:pt x="0" y="4167"/>
                    <a:pt x="60" y="4227"/>
                  </a:cubicBezTo>
                  <a:cubicBezTo>
                    <a:pt x="90" y="4257"/>
                    <a:pt x="134" y="4272"/>
                    <a:pt x="179" y="4272"/>
                  </a:cubicBezTo>
                  <a:cubicBezTo>
                    <a:pt x="223" y="4272"/>
                    <a:pt x="268" y="4257"/>
                    <a:pt x="298" y="4227"/>
                  </a:cubicBezTo>
                  <a:lnTo>
                    <a:pt x="2774" y="1762"/>
                  </a:lnTo>
                  <a:lnTo>
                    <a:pt x="6215" y="5191"/>
                  </a:lnTo>
                  <a:lnTo>
                    <a:pt x="5418" y="5989"/>
                  </a:lnTo>
                  <a:cubicBezTo>
                    <a:pt x="5358" y="6049"/>
                    <a:pt x="5358" y="6168"/>
                    <a:pt x="5418" y="6227"/>
                  </a:cubicBezTo>
                  <a:cubicBezTo>
                    <a:pt x="5453" y="6251"/>
                    <a:pt x="5501" y="6263"/>
                    <a:pt x="5537" y="6263"/>
                  </a:cubicBezTo>
                  <a:cubicBezTo>
                    <a:pt x="5584" y="6263"/>
                    <a:pt x="5632" y="6251"/>
                    <a:pt x="5656" y="6227"/>
                  </a:cubicBezTo>
                  <a:lnTo>
                    <a:pt x="6573" y="5310"/>
                  </a:lnTo>
                  <a:cubicBezTo>
                    <a:pt x="6632" y="5251"/>
                    <a:pt x="6632" y="5132"/>
                    <a:pt x="6573" y="5072"/>
                  </a:cubicBezTo>
                  <a:lnTo>
                    <a:pt x="6072" y="4584"/>
                  </a:lnTo>
                  <a:lnTo>
                    <a:pt x="7918" y="2739"/>
                  </a:lnTo>
                  <a:cubicBezTo>
                    <a:pt x="7966" y="2667"/>
                    <a:pt x="7966" y="2560"/>
                    <a:pt x="7906" y="2489"/>
                  </a:cubicBezTo>
                  <a:lnTo>
                    <a:pt x="6882" y="1465"/>
                  </a:lnTo>
                  <a:cubicBezTo>
                    <a:pt x="6852" y="1435"/>
                    <a:pt x="6808" y="1420"/>
                    <a:pt x="6763" y="1420"/>
                  </a:cubicBezTo>
                  <a:cubicBezTo>
                    <a:pt x="6718" y="1420"/>
                    <a:pt x="6674" y="1435"/>
                    <a:pt x="6644" y="1465"/>
                  </a:cubicBezTo>
                  <a:cubicBezTo>
                    <a:pt x="6584" y="1524"/>
                    <a:pt x="6584" y="1643"/>
                    <a:pt x="6644" y="1703"/>
                  </a:cubicBezTo>
                  <a:lnTo>
                    <a:pt x="7549" y="2608"/>
                  </a:lnTo>
                  <a:lnTo>
                    <a:pt x="5822" y="4334"/>
                  </a:lnTo>
                  <a:lnTo>
                    <a:pt x="3620" y="2131"/>
                  </a:lnTo>
                  <a:lnTo>
                    <a:pt x="5346" y="405"/>
                  </a:lnTo>
                  <a:lnTo>
                    <a:pt x="6168" y="1226"/>
                  </a:lnTo>
                  <a:cubicBezTo>
                    <a:pt x="6197" y="1256"/>
                    <a:pt x="6242" y="1271"/>
                    <a:pt x="6287" y="1271"/>
                  </a:cubicBezTo>
                  <a:cubicBezTo>
                    <a:pt x="6331" y="1271"/>
                    <a:pt x="6376" y="1256"/>
                    <a:pt x="6406" y="1226"/>
                  </a:cubicBezTo>
                  <a:cubicBezTo>
                    <a:pt x="6465" y="1167"/>
                    <a:pt x="6465" y="1048"/>
                    <a:pt x="6406" y="988"/>
                  </a:cubicBezTo>
                  <a:lnTo>
                    <a:pt x="5465" y="48"/>
                  </a:lnTo>
                  <a:cubicBezTo>
                    <a:pt x="5441" y="12"/>
                    <a:pt x="5394" y="0"/>
                    <a:pt x="53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46"/>
            <p:cNvSpPr/>
            <p:nvPr/>
          </p:nvSpPr>
          <p:spPr>
            <a:xfrm>
              <a:off x="2034480" y="3821914"/>
              <a:ext cx="31743" cy="31236"/>
            </a:xfrm>
            <a:custGeom>
              <a:avLst/>
              <a:gdLst/>
              <a:ahLst/>
              <a:cxnLst/>
              <a:rect l="l" t="t" r="r" b="b"/>
              <a:pathLst>
                <a:path w="1002" h="986" extrusionOk="0">
                  <a:moveTo>
                    <a:pt x="501" y="426"/>
                  </a:moveTo>
                  <a:lnTo>
                    <a:pt x="584" y="509"/>
                  </a:lnTo>
                  <a:lnTo>
                    <a:pt x="501" y="581"/>
                  </a:lnTo>
                  <a:lnTo>
                    <a:pt x="430" y="509"/>
                  </a:lnTo>
                  <a:lnTo>
                    <a:pt x="501" y="426"/>
                  </a:lnTo>
                  <a:close/>
                  <a:moveTo>
                    <a:pt x="501" y="0"/>
                  </a:moveTo>
                  <a:cubicBezTo>
                    <a:pt x="456" y="0"/>
                    <a:pt x="412" y="15"/>
                    <a:pt x="382" y="45"/>
                  </a:cubicBezTo>
                  <a:lnTo>
                    <a:pt x="60" y="366"/>
                  </a:lnTo>
                  <a:cubicBezTo>
                    <a:pt x="1" y="426"/>
                    <a:pt x="1" y="545"/>
                    <a:pt x="60" y="605"/>
                  </a:cubicBezTo>
                  <a:lnTo>
                    <a:pt x="382" y="938"/>
                  </a:lnTo>
                  <a:cubicBezTo>
                    <a:pt x="418" y="962"/>
                    <a:pt x="465" y="986"/>
                    <a:pt x="501" y="986"/>
                  </a:cubicBezTo>
                  <a:cubicBezTo>
                    <a:pt x="549" y="986"/>
                    <a:pt x="596" y="962"/>
                    <a:pt x="620" y="938"/>
                  </a:cubicBezTo>
                  <a:lnTo>
                    <a:pt x="953" y="605"/>
                  </a:lnTo>
                  <a:cubicBezTo>
                    <a:pt x="977" y="581"/>
                    <a:pt x="1001" y="533"/>
                    <a:pt x="1001" y="485"/>
                  </a:cubicBezTo>
                  <a:cubicBezTo>
                    <a:pt x="1001" y="450"/>
                    <a:pt x="977" y="402"/>
                    <a:pt x="953" y="366"/>
                  </a:cubicBezTo>
                  <a:lnTo>
                    <a:pt x="620" y="45"/>
                  </a:lnTo>
                  <a:cubicBezTo>
                    <a:pt x="590" y="15"/>
                    <a:pt x="546" y="0"/>
                    <a:pt x="5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46"/>
            <p:cNvSpPr/>
            <p:nvPr/>
          </p:nvSpPr>
          <p:spPr>
            <a:xfrm>
              <a:off x="2065431" y="3852359"/>
              <a:ext cx="31712" cy="31332"/>
            </a:xfrm>
            <a:custGeom>
              <a:avLst/>
              <a:gdLst/>
              <a:ahLst/>
              <a:cxnLst/>
              <a:rect l="l" t="t" r="r" b="b"/>
              <a:pathLst>
                <a:path w="1001" h="989" extrusionOk="0">
                  <a:moveTo>
                    <a:pt x="500" y="441"/>
                  </a:moveTo>
                  <a:lnTo>
                    <a:pt x="572" y="513"/>
                  </a:lnTo>
                  <a:lnTo>
                    <a:pt x="500" y="584"/>
                  </a:lnTo>
                  <a:lnTo>
                    <a:pt x="417" y="513"/>
                  </a:lnTo>
                  <a:lnTo>
                    <a:pt x="500" y="441"/>
                  </a:lnTo>
                  <a:close/>
                  <a:moveTo>
                    <a:pt x="500" y="1"/>
                  </a:moveTo>
                  <a:cubicBezTo>
                    <a:pt x="453" y="1"/>
                    <a:pt x="405" y="25"/>
                    <a:pt x="381" y="48"/>
                  </a:cubicBezTo>
                  <a:lnTo>
                    <a:pt x="48" y="382"/>
                  </a:lnTo>
                  <a:cubicBezTo>
                    <a:pt x="24" y="406"/>
                    <a:pt x="0" y="453"/>
                    <a:pt x="0" y="501"/>
                  </a:cubicBezTo>
                  <a:cubicBezTo>
                    <a:pt x="0" y="536"/>
                    <a:pt x="24" y="584"/>
                    <a:pt x="48" y="608"/>
                  </a:cubicBezTo>
                  <a:lnTo>
                    <a:pt x="381" y="941"/>
                  </a:lnTo>
                  <a:cubicBezTo>
                    <a:pt x="405" y="977"/>
                    <a:pt x="453" y="989"/>
                    <a:pt x="500" y="989"/>
                  </a:cubicBezTo>
                  <a:cubicBezTo>
                    <a:pt x="536" y="989"/>
                    <a:pt x="584" y="965"/>
                    <a:pt x="619" y="941"/>
                  </a:cubicBezTo>
                  <a:lnTo>
                    <a:pt x="941" y="608"/>
                  </a:lnTo>
                  <a:cubicBezTo>
                    <a:pt x="1000" y="560"/>
                    <a:pt x="1000" y="441"/>
                    <a:pt x="941" y="382"/>
                  </a:cubicBezTo>
                  <a:lnTo>
                    <a:pt x="619" y="48"/>
                  </a:lnTo>
                  <a:cubicBezTo>
                    <a:pt x="584" y="13"/>
                    <a:pt x="536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46"/>
            <p:cNvSpPr/>
            <p:nvPr/>
          </p:nvSpPr>
          <p:spPr>
            <a:xfrm>
              <a:off x="1768938" y="3922625"/>
              <a:ext cx="281413" cy="227367"/>
            </a:xfrm>
            <a:custGeom>
              <a:avLst/>
              <a:gdLst/>
              <a:ahLst/>
              <a:cxnLst/>
              <a:rect l="l" t="t" r="r" b="b"/>
              <a:pathLst>
                <a:path w="8883" h="7177" extrusionOk="0">
                  <a:moveTo>
                    <a:pt x="3347" y="0"/>
                  </a:moveTo>
                  <a:cubicBezTo>
                    <a:pt x="3302" y="0"/>
                    <a:pt x="3257" y="15"/>
                    <a:pt x="3228" y="45"/>
                  </a:cubicBezTo>
                  <a:lnTo>
                    <a:pt x="811" y="2450"/>
                  </a:lnTo>
                  <a:cubicBezTo>
                    <a:pt x="287" y="2962"/>
                    <a:pt x="1" y="3664"/>
                    <a:pt x="1" y="4414"/>
                  </a:cubicBezTo>
                  <a:cubicBezTo>
                    <a:pt x="1" y="5153"/>
                    <a:pt x="287" y="5843"/>
                    <a:pt x="811" y="6379"/>
                  </a:cubicBezTo>
                  <a:cubicBezTo>
                    <a:pt x="1323" y="6891"/>
                    <a:pt x="2025" y="7177"/>
                    <a:pt x="2775" y="7177"/>
                  </a:cubicBezTo>
                  <a:cubicBezTo>
                    <a:pt x="3513" y="7177"/>
                    <a:pt x="4204" y="6891"/>
                    <a:pt x="4740" y="6379"/>
                  </a:cubicBezTo>
                  <a:lnTo>
                    <a:pt x="8847" y="2271"/>
                  </a:lnTo>
                  <a:cubicBezTo>
                    <a:pt x="8883" y="2188"/>
                    <a:pt x="8883" y="2093"/>
                    <a:pt x="8812" y="2033"/>
                  </a:cubicBezTo>
                  <a:cubicBezTo>
                    <a:pt x="8782" y="2003"/>
                    <a:pt x="8737" y="1989"/>
                    <a:pt x="8693" y="1989"/>
                  </a:cubicBezTo>
                  <a:cubicBezTo>
                    <a:pt x="8648" y="1989"/>
                    <a:pt x="8603" y="2003"/>
                    <a:pt x="8573" y="2033"/>
                  </a:cubicBezTo>
                  <a:lnTo>
                    <a:pt x="4466" y="6141"/>
                  </a:lnTo>
                  <a:cubicBezTo>
                    <a:pt x="4001" y="6593"/>
                    <a:pt x="3394" y="6855"/>
                    <a:pt x="2751" y="6855"/>
                  </a:cubicBezTo>
                  <a:cubicBezTo>
                    <a:pt x="2096" y="6855"/>
                    <a:pt x="1489" y="6593"/>
                    <a:pt x="1049" y="6141"/>
                  </a:cubicBezTo>
                  <a:cubicBezTo>
                    <a:pt x="584" y="5677"/>
                    <a:pt x="322" y="5069"/>
                    <a:pt x="322" y="4426"/>
                  </a:cubicBezTo>
                  <a:cubicBezTo>
                    <a:pt x="322" y="3772"/>
                    <a:pt x="584" y="3164"/>
                    <a:pt x="1049" y="2712"/>
                  </a:cubicBezTo>
                  <a:lnTo>
                    <a:pt x="3466" y="283"/>
                  </a:lnTo>
                  <a:cubicBezTo>
                    <a:pt x="3525" y="223"/>
                    <a:pt x="3525" y="104"/>
                    <a:pt x="3466" y="45"/>
                  </a:cubicBezTo>
                  <a:cubicBezTo>
                    <a:pt x="3436" y="15"/>
                    <a:pt x="3391" y="0"/>
                    <a:pt x="3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46"/>
            <p:cNvSpPr/>
            <p:nvPr/>
          </p:nvSpPr>
          <p:spPr>
            <a:xfrm>
              <a:off x="1847790" y="3937704"/>
              <a:ext cx="143352" cy="127417"/>
            </a:xfrm>
            <a:custGeom>
              <a:avLst/>
              <a:gdLst/>
              <a:ahLst/>
              <a:cxnLst/>
              <a:rect l="l" t="t" r="r" b="b"/>
              <a:pathLst>
                <a:path w="4525" h="4022" extrusionOk="0">
                  <a:moveTo>
                    <a:pt x="3537" y="343"/>
                  </a:moveTo>
                  <a:cubicBezTo>
                    <a:pt x="3584" y="343"/>
                    <a:pt x="3632" y="367"/>
                    <a:pt x="3667" y="402"/>
                  </a:cubicBezTo>
                  <a:cubicBezTo>
                    <a:pt x="3751" y="486"/>
                    <a:pt x="3751" y="581"/>
                    <a:pt x="3667" y="664"/>
                  </a:cubicBezTo>
                  <a:cubicBezTo>
                    <a:pt x="3632" y="700"/>
                    <a:pt x="3587" y="718"/>
                    <a:pt x="3542" y="718"/>
                  </a:cubicBezTo>
                  <a:cubicBezTo>
                    <a:pt x="3498" y="718"/>
                    <a:pt x="3453" y="700"/>
                    <a:pt x="3417" y="664"/>
                  </a:cubicBezTo>
                  <a:cubicBezTo>
                    <a:pt x="3334" y="581"/>
                    <a:pt x="3334" y="462"/>
                    <a:pt x="3406" y="402"/>
                  </a:cubicBezTo>
                  <a:cubicBezTo>
                    <a:pt x="3441" y="379"/>
                    <a:pt x="3477" y="343"/>
                    <a:pt x="3537" y="343"/>
                  </a:cubicBezTo>
                  <a:close/>
                  <a:moveTo>
                    <a:pt x="2024" y="486"/>
                  </a:moveTo>
                  <a:cubicBezTo>
                    <a:pt x="2072" y="486"/>
                    <a:pt x="2108" y="498"/>
                    <a:pt x="2155" y="545"/>
                  </a:cubicBezTo>
                  <a:cubicBezTo>
                    <a:pt x="2227" y="617"/>
                    <a:pt x="2227" y="724"/>
                    <a:pt x="2155" y="795"/>
                  </a:cubicBezTo>
                  <a:cubicBezTo>
                    <a:pt x="2120" y="831"/>
                    <a:pt x="2075" y="849"/>
                    <a:pt x="2030" y="849"/>
                  </a:cubicBezTo>
                  <a:cubicBezTo>
                    <a:pt x="1986" y="849"/>
                    <a:pt x="1941" y="831"/>
                    <a:pt x="1905" y="795"/>
                  </a:cubicBezTo>
                  <a:cubicBezTo>
                    <a:pt x="1810" y="724"/>
                    <a:pt x="1810" y="605"/>
                    <a:pt x="1893" y="545"/>
                  </a:cubicBezTo>
                  <a:cubicBezTo>
                    <a:pt x="1917" y="509"/>
                    <a:pt x="1965" y="486"/>
                    <a:pt x="2024" y="486"/>
                  </a:cubicBezTo>
                  <a:close/>
                  <a:moveTo>
                    <a:pt x="3953" y="1676"/>
                  </a:moveTo>
                  <a:cubicBezTo>
                    <a:pt x="4001" y="1676"/>
                    <a:pt x="4048" y="1688"/>
                    <a:pt x="4084" y="1724"/>
                  </a:cubicBezTo>
                  <a:cubicBezTo>
                    <a:pt x="4156" y="1807"/>
                    <a:pt x="4156" y="1926"/>
                    <a:pt x="4072" y="1986"/>
                  </a:cubicBezTo>
                  <a:cubicBezTo>
                    <a:pt x="4037" y="2022"/>
                    <a:pt x="3992" y="2039"/>
                    <a:pt x="3947" y="2039"/>
                  </a:cubicBezTo>
                  <a:cubicBezTo>
                    <a:pt x="3903" y="2039"/>
                    <a:pt x="3858" y="2022"/>
                    <a:pt x="3822" y="1986"/>
                  </a:cubicBezTo>
                  <a:cubicBezTo>
                    <a:pt x="3751" y="1914"/>
                    <a:pt x="3751" y="1807"/>
                    <a:pt x="3822" y="1724"/>
                  </a:cubicBezTo>
                  <a:cubicBezTo>
                    <a:pt x="3858" y="1700"/>
                    <a:pt x="3894" y="1676"/>
                    <a:pt x="3953" y="1676"/>
                  </a:cubicBezTo>
                  <a:close/>
                  <a:moveTo>
                    <a:pt x="655" y="3129"/>
                  </a:moveTo>
                  <a:cubicBezTo>
                    <a:pt x="727" y="3129"/>
                    <a:pt x="786" y="3165"/>
                    <a:pt x="846" y="3200"/>
                  </a:cubicBezTo>
                  <a:cubicBezTo>
                    <a:pt x="893" y="3248"/>
                    <a:pt x="917" y="3319"/>
                    <a:pt x="917" y="3403"/>
                  </a:cubicBezTo>
                  <a:cubicBezTo>
                    <a:pt x="917" y="3474"/>
                    <a:pt x="893" y="3546"/>
                    <a:pt x="846" y="3593"/>
                  </a:cubicBezTo>
                  <a:cubicBezTo>
                    <a:pt x="798" y="3641"/>
                    <a:pt x="727" y="3665"/>
                    <a:pt x="655" y="3665"/>
                  </a:cubicBezTo>
                  <a:cubicBezTo>
                    <a:pt x="584" y="3665"/>
                    <a:pt x="524" y="3641"/>
                    <a:pt x="465" y="3593"/>
                  </a:cubicBezTo>
                  <a:cubicBezTo>
                    <a:pt x="417" y="3546"/>
                    <a:pt x="381" y="3474"/>
                    <a:pt x="381" y="3403"/>
                  </a:cubicBezTo>
                  <a:cubicBezTo>
                    <a:pt x="381" y="3319"/>
                    <a:pt x="417" y="3260"/>
                    <a:pt x="465" y="3200"/>
                  </a:cubicBezTo>
                  <a:cubicBezTo>
                    <a:pt x="512" y="3141"/>
                    <a:pt x="584" y="3129"/>
                    <a:pt x="655" y="3129"/>
                  </a:cubicBezTo>
                  <a:close/>
                  <a:moveTo>
                    <a:pt x="3513" y="0"/>
                  </a:moveTo>
                  <a:cubicBezTo>
                    <a:pt x="3379" y="0"/>
                    <a:pt x="3245" y="51"/>
                    <a:pt x="3144" y="152"/>
                  </a:cubicBezTo>
                  <a:cubicBezTo>
                    <a:pt x="2977" y="319"/>
                    <a:pt x="2941" y="557"/>
                    <a:pt x="3036" y="748"/>
                  </a:cubicBezTo>
                  <a:lnTo>
                    <a:pt x="2132" y="1652"/>
                  </a:lnTo>
                  <a:lnTo>
                    <a:pt x="1572" y="2212"/>
                  </a:lnTo>
                  <a:lnTo>
                    <a:pt x="1334" y="1974"/>
                  </a:lnTo>
                  <a:cubicBezTo>
                    <a:pt x="1215" y="1855"/>
                    <a:pt x="1215" y="1676"/>
                    <a:pt x="1334" y="1569"/>
                  </a:cubicBezTo>
                  <a:lnTo>
                    <a:pt x="1774" y="1141"/>
                  </a:lnTo>
                  <a:cubicBezTo>
                    <a:pt x="1846" y="1164"/>
                    <a:pt x="1917" y="1200"/>
                    <a:pt x="1989" y="1200"/>
                  </a:cubicBezTo>
                  <a:cubicBezTo>
                    <a:pt x="2132" y="1200"/>
                    <a:pt x="2263" y="1152"/>
                    <a:pt x="2370" y="1045"/>
                  </a:cubicBezTo>
                  <a:cubicBezTo>
                    <a:pt x="2572" y="843"/>
                    <a:pt x="2572" y="509"/>
                    <a:pt x="2370" y="307"/>
                  </a:cubicBezTo>
                  <a:cubicBezTo>
                    <a:pt x="2263" y="200"/>
                    <a:pt x="2129" y="146"/>
                    <a:pt x="1995" y="146"/>
                  </a:cubicBezTo>
                  <a:cubicBezTo>
                    <a:pt x="1861" y="146"/>
                    <a:pt x="1727" y="200"/>
                    <a:pt x="1620" y="307"/>
                  </a:cubicBezTo>
                  <a:cubicBezTo>
                    <a:pt x="1453" y="462"/>
                    <a:pt x="1429" y="700"/>
                    <a:pt x="1512" y="902"/>
                  </a:cubicBezTo>
                  <a:lnTo>
                    <a:pt x="1084" y="1331"/>
                  </a:lnTo>
                  <a:cubicBezTo>
                    <a:pt x="846" y="1569"/>
                    <a:pt x="846" y="1974"/>
                    <a:pt x="1084" y="2224"/>
                  </a:cubicBezTo>
                  <a:lnTo>
                    <a:pt x="1322" y="2462"/>
                  </a:lnTo>
                  <a:lnTo>
                    <a:pt x="905" y="2879"/>
                  </a:lnTo>
                  <a:cubicBezTo>
                    <a:pt x="812" y="2827"/>
                    <a:pt x="709" y="2802"/>
                    <a:pt x="607" y="2802"/>
                  </a:cubicBezTo>
                  <a:cubicBezTo>
                    <a:pt x="450" y="2802"/>
                    <a:pt x="295" y="2863"/>
                    <a:pt x="179" y="2986"/>
                  </a:cubicBezTo>
                  <a:cubicBezTo>
                    <a:pt x="60" y="3105"/>
                    <a:pt x="0" y="3248"/>
                    <a:pt x="0" y="3415"/>
                  </a:cubicBezTo>
                  <a:cubicBezTo>
                    <a:pt x="0" y="3581"/>
                    <a:pt x="60" y="3724"/>
                    <a:pt x="179" y="3843"/>
                  </a:cubicBezTo>
                  <a:cubicBezTo>
                    <a:pt x="298" y="3962"/>
                    <a:pt x="441" y="4022"/>
                    <a:pt x="608" y="4022"/>
                  </a:cubicBezTo>
                  <a:cubicBezTo>
                    <a:pt x="774" y="4022"/>
                    <a:pt x="917" y="3962"/>
                    <a:pt x="1036" y="3843"/>
                  </a:cubicBezTo>
                  <a:cubicBezTo>
                    <a:pt x="1155" y="3724"/>
                    <a:pt x="1215" y="3581"/>
                    <a:pt x="1215" y="3415"/>
                  </a:cubicBezTo>
                  <a:cubicBezTo>
                    <a:pt x="1215" y="3307"/>
                    <a:pt x="1191" y="3200"/>
                    <a:pt x="1143" y="3117"/>
                  </a:cubicBezTo>
                  <a:lnTo>
                    <a:pt x="2227" y="2033"/>
                  </a:lnTo>
                  <a:lnTo>
                    <a:pt x="2513" y="2307"/>
                  </a:lnTo>
                  <a:cubicBezTo>
                    <a:pt x="2679" y="2474"/>
                    <a:pt x="2905" y="2569"/>
                    <a:pt x="3108" y="2569"/>
                  </a:cubicBezTo>
                  <a:cubicBezTo>
                    <a:pt x="3322" y="2569"/>
                    <a:pt x="3513" y="2486"/>
                    <a:pt x="3679" y="2343"/>
                  </a:cubicBezTo>
                  <a:cubicBezTo>
                    <a:pt x="3751" y="2367"/>
                    <a:pt x="3822" y="2403"/>
                    <a:pt x="3894" y="2403"/>
                  </a:cubicBezTo>
                  <a:cubicBezTo>
                    <a:pt x="4037" y="2403"/>
                    <a:pt x="4168" y="2355"/>
                    <a:pt x="4275" y="2248"/>
                  </a:cubicBezTo>
                  <a:cubicBezTo>
                    <a:pt x="4525" y="2033"/>
                    <a:pt x="4525" y="1700"/>
                    <a:pt x="4310" y="1498"/>
                  </a:cubicBezTo>
                  <a:cubicBezTo>
                    <a:pt x="4209" y="1391"/>
                    <a:pt x="4075" y="1337"/>
                    <a:pt x="3941" y="1337"/>
                  </a:cubicBezTo>
                  <a:cubicBezTo>
                    <a:pt x="3807" y="1337"/>
                    <a:pt x="3673" y="1391"/>
                    <a:pt x="3572" y="1498"/>
                  </a:cubicBezTo>
                  <a:cubicBezTo>
                    <a:pt x="3406" y="1652"/>
                    <a:pt x="3382" y="1891"/>
                    <a:pt x="3465" y="2093"/>
                  </a:cubicBezTo>
                  <a:cubicBezTo>
                    <a:pt x="3377" y="2175"/>
                    <a:pt x="3267" y="2214"/>
                    <a:pt x="3155" y="2214"/>
                  </a:cubicBezTo>
                  <a:cubicBezTo>
                    <a:pt x="3023" y="2214"/>
                    <a:pt x="2889" y="2160"/>
                    <a:pt x="2786" y="2057"/>
                  </a:cubicBezTo>
                  <a:lnTo>
                    <a:pt x="2501" y="1772"/>
                  </a:lnTo>
                  <a:lnTo>
                    <a:pt x="3286" y="986"/>
                  </a:lnTo>
                  <a:cubicBezTo>
                    <a:pt x="3358" y="1021"/>
                    <a:pt x="3441" y="1045"/>
                    <a:pt x="3513" y="1045"/>
                  </a:cubicBezTo>
                  <a:cubicBezTo>
                    <a:pt x="3644" y="1045"/>
                    <a:pt x="3775" y="998"/>
                    <a:pt x="3882" y="902"/>
                  </a:cubicBezTo>
                  <a:cubicBezTo>
                    <a:pt x="4096" y="688"/>
                    <a:pt x="4096" y="367"/>
                    <a:pt x="3882" y="152"/>
                  </a:cubicBezTo>
                  <a:cubicBezTo>
                    <a:pt x="3781" y="51"/>
                    <a:pt x="3647" y="0"/>
                    <a:pt x="3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7" name="Google Shape;3667;p46"/>
          <p:cNvGrpSpPr/>
          <p:nvPr/>
        </p:nvGrpSpPr>
        <p:grpSpPr>
          <a:xfrm>
            <a:off x="5983227" y="1701625"/>
            <a:ext cx="492115" cy="495108"/>
            <a:chOff x="3107608" y="3763401"/>
            <a:chExt cx="360233" cy="362451"/>
          </a:xfrm>
        </p:grpSpPr>
        <p:sp>
          <p:nvSpPr>
            <p:cNvPr id="3668" name="Google Shape;3668;p46"/>
            <p:cNvSpPr/>
            <p:nvPr/>
          </p:nvSpPr>
          <p:spPr>
            <a:xfrm>
              <a:off x="3323349" y="3763401"/>
              <a:ext cx="144492" cy="152729"/>
            </a:xfrm>
            <a:custGeom>
              <a:avLst/>
              <a:gdLst/>
              <a:ahLst/>
              <a:cxnLst/>
              <a:rect l="l" t="t" r="r" b="b"/>
              <a:pathLst>
                <a:path w="4561" h="4821" extrusionOk="0">
                  <a:moveTo>
                    <a:pt x="2354" y="0"/>
                  </a:moveTo>
                  <a:cubicBezTo>
                    <a:pt x="1649" y="0"/>
                    <a:pt x="958" y="340"/>
                    <a:pt x="524" y="975"/>
                  </a:cubicBezTo>
                  <a:cubicBezTo>
                    <a:pt x="1" y="1761"/>
                    <a:pt x="36" y="2761"/>
                    <a:pt x="584" y="3511"/>
                  </a:cubicBezTo>
                  <a:lnTo>
                    <a:pt x="536" y="4642"/>
                  </a:lnTo>
                  <a:cubicBezTo>
                    <a:pt x="536" y="4702"/>
                    <a:pt x="572" y="4761"/>
                    <a:pt x="620" y="4797"/>
                  </a:cubicBezTo>
                  <a:cubicBezTo>
                    <a:pt x="644" y="4809"/>
                    <a:pt x="679" y="4821"/>
                    <a:pt x="703" y="4821"/>
                  </a:cubicBezTo>
                  <a:cubicBezTo>
                    <a:pt x="739" y="4821"/>
                    <a:pt x="751" y="4821"/>
                    <a:pt x="775" y="4809"/>
                  </a:cubicBezTo>
                  <a:lnTo>
                    <a:pt x="1810" y="4333"/>
                  </a:lnTo>
                  <a:cubicBezTo>
                    <a:pt x="1987" y="4375"/>
                    <a:pt x="2166" y="4395"/>
                    <a:pt x="2342" y="4395"/>
                  </a:cubicBezTo>
                  <a:cubicBezTo>
                    <a:pt x="3067" y="4395"/>
                    <a:pt x="3756" y="4048"/>
                    <a:pt x="4168" y="3416"/>
                  </a:cubicBezTo>
                  <a:cubicBezTo>
                    <a:pt x="4323" y="3214"/>
                    <a:pt x="4430" y="2975"/>
                    <a:pt x="4489" y="2725"/>
                  </a:cubicBezTo>
                  <a:cubicBezTo>
                    <a:pt x="4501" y="2630"/>
                    <a:pt x="4454" y="2547"/>
                    <a:pt x="4370" y="2511"/>
                  </a:cubicBezTo>
                  <a:cubicBezTo>
                    <a:pt x="4360" y="2510"/>
                    <a:pt x="4351" y="2509"/>
                    <a:pt x="4341" y="2509"/>
                  </a:cubicBezTo>
                  <a:cubicBezTo>
                    <a:pt x="4258" y="2509"/>
                    <a:pt x="4188" y="2555"/>
                    <a:pt x="4156" y="2630"/>
                  </a:cubicBezTo>
                  <a:cubicBezTo>
                    <a:pt x="4108" y="2844"/>
                    <a:pt x="4025" y="3035"/>
                    <a:pt x="3906" y="3225"/>
                  </a:cubicBezTo>
                  <a:cubicBezTo>
                    <a:pt x="3551" y="3749"/>
                    <a:pt x="2961" y="4059"/>
                    <a:pt x="2349" y="4059"/>
                  </a:cubicBezTo>
                  <a:cubicBezTo>
                    <a:pt x="2182" y="4059"/>
                    <a:pt x="2013" y="4036"/>
                    <a:pt x="1846" y="3987"/>
                  </a:cubicBezTo>
                  <a:cubicBezTo>
                    <a:pt x="1831" y="3982"/>
                    <a:pt x="1816" y="3980"/>
                    <a:pt x="1801" y="3980"/>
                  </a:cubicBezTo>
                  <a:cubicBezTo>
                    <a:pt x="1779" y="3980"/>
                    <a:pt x="1755" y="3985"/>
                    <a:pt x="1727" y="3999"/>
                  </a:cubicBezTo>
                  <a:lnTo>
                    <a:pt x="894" y="4392"/>
                  </a:lnTo>
                  <a:lnTo>
                    <a:pt x="941" y="3464"/>
                  </a:lnTo>
                  <a:cubicBezTo>
                    <a:pt x="941" y="3416"/>
                    <a:pt x="929" y="3392"/>
                    <a:pt x="917" y="3344"/>
                  </a:cubicBezTo>
                  <a:cubicBezTo>
                    <a:pt x="405" y="2713"/>
                    <a:pt x="382" y="1832"/>
                    <a:pt x="822" y="1154"/>
                  </a:cubicBezTo>
                  <a:cubicBezTo>
                    <a:pt x="1096" y="749"/>
                    <a:pt x="1513" y="475"/>
                    <a:pt x="2001" y="368"/>
                  </a:cubicBezTo>
                  <a:cubicBezTo>
                    <a:pt x="2120" y="348"/>
                    <a:pt x="2239" y="337"/>
                    <a:pt x="2357" y="337"/>
                  </a:cubicBezTo>
                  <a:cubicBezTo>
                    <a:pt x="2723" y="337"/>
                    <a:pt x="3079" y="438"/>
                    <a:pt x="3394" y="654"/>
                  </a:cubicBezTo>
                  <a:cubicBezTo>
                    <a:pt x="3870" y="963"/>
                    <a:pt x="4168" y="1475"/>
                    <a:pt x="4215" y="2035"/>
                  </a:cubicBezTo>
                  <a:cubicBezTo>
                    <a:pt x="4226" y="2123"/>
                    <a:pt x="4299" y="2191"/>
                    <a:pt x="4376" y="2191"/>
                  </a:cubicBezTo>
                  <a:cubicBezTo>
                    <a:pt x="4382" y="2191"/>
                    <a:pt x="4388" y="2190"/>
                    <a:pt x="4394" y="2190"/>
                  </a:cubicBezTo>
                  <a:cubicBezTo>
                    <a:pt x="4489" y="2166"/>
                    <a:pt x="4561" y="2094"/>
                    <a:pt x="4549" y="2011"/>
                  </a:cubicBezTo>
                  <a:cubicBezTo>
                    <a:pt x="4489" y="1332"/>
                    <a:pt x="4132" y="737"/>
                    <a:pt x="3572" y="368"/>
                  </a:cubicBezTo>
                  <a:cubicBezTo>
                    <a:pt x="3196" y="120"/>
                    <a:pt x="2773" y="0"/>
                    <a:pt x="23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46"/>
            <p:cNvSpPr/>
            <p:nvPr/>
          </p:nvSpPr>
          <p:spPr>
            <a:xfrm>
              <a:off x="3107608" y="3863256"/>
              <a:ext cx="333844" cy="262596"/>
            </a:xfrm>
            <a:custGeom>
              <a:avLst/>
              <a:gdLst/>
              <a:ahLst/>
              <a:cxnLst/>
              <a:rect l="l" t="t" r="r" b="b"/>
              <a:pathLst>
                <a:path w="10538" h="8289" extrusionOk="0">
                  <a:moveTo>
                    <a:pt x="4894" y="2121"/>
                  </a:moveTo>
                  <a:lnTo>
                    <a:pt x="5108" y="2324"/>
                  </a:lnTo>
                  <a:lnTo>
                    <a:pt x="4822" y="2609"/>
                  </a:lnTo>
                  <a:lnTo>
                    <a:pt x="4537" y="2883"/>
                  </a:lnTo>
                  <a:lnTo>
                    <a:pt x="4334" y="2681"/>
                  </a:lnTo>
                  <a:lnTo>
                    <a:pt x="4894" y="2121"/>
                  </a:lnTo>
                  <a:close/>
                  <a:moveTo>
                    <a:pt x="5894" y="3431"/>
                  </a:moveTo>
                  <a:cubicBezTo>
                    <a:pt x="5965" y="3431"/>
                    <a:pt x="6025" y="3455"/>
                    <a:pt x="6084" y="3502"/>
                  </a:cubicBezTo>
                  <a:lnTo>
                    <a:pt x="6275" y="3693"/>
                  </a:lnTo>
                  <a:cubicBezTo>
                    <a:pt x="6382" y="3800"/>
                    <a:pt x="6382" y="3967"/>
                    <a:pt x="6275" y="4062"/>
                  </a:cubicBezTo>
                  <a:cubicBezTo>
                    <a:pt x="6227" y="4110"/>
                    <a:pt x="6156" y="4145"/>
                    <a:pt x="6084" y="4145"/>
                  </a:cubicBezTo>
                  <a:cubicBezTo>
                    <a:pt x="6013" y="4145"/>
                    <a:pt x="5953" y="4110"/>
                    <a:pt x="5894" y="4062"/>
                  </a:cubicBezTo>
                  <a:lnTo>
                    <a:pt x="5703" y="3872"/>
                  </a:lnTo>
                  <a:cubicBezTo>
                    <a:pt x="5596" y="3764"/>
                    <a:pt x="5596" y="3586"/>
                    <a:pt x="5703" y="3502"/>
                  </a:cubicBezTo>
                  <a:cubicBezTo>
                    <a:pt x="5739" y="3455"/>
                    <a:pt x="5810" y="3431"/>
                    <a:pt x="5894" y="3431"/>
                  </a:cubicBezTo>
                  <a:close/>
                  <a:moveTo>
                    <a:pt x="6453" y="1955"/>
                  </a:moveTo>
                  <a:lnTo>
                    <a:pt x="8085" y="3919"/>
                  </a:lnTo>
                  <a:cubicBezTo>
                    <a:pt x="8406" y="4324"/>
                    <a:pt x="8454" y="4812"/>
                    <a:pt x="8192" y="5062"/>
                  </a:cubicBezTo>
                  <a:lnTo>
                    <a:pt x="7275" y="5991"/>
                  </a:lnTo>
                  <a:cubicBezTo>
                    <a:pt x="7159" y="6102"/>
                    <a:pt x="7004" y="6155"/>
                    <a:pt x="6835" y="6155"/>
                  </a:cubicBezTo>
                  <a:cubicBezTo>
                    <a:pt x="6606" y="6155"/>
                    <a:pt x="6351" y="6057"/>
                    <a:pt x="6132" y="5872"/>
                  </a:cubicBezTo>
                  <a:lnTo>
                    <a:pt x="4167" y="4241"/>
                  </a:lnTo>
                  <a:lnTo>
                    <a:pt x="4167" y="4062"/>
                  </a:lnTo>
                  <a:cubicBezTo>
                    <a:pt x="4191" y="3824"/>
                    <a:pt x="4298" y="3610"/>
                    <a:pt x="4465" y="3443"/>
                  </a:cubicBezTo>
                  <a:lnTo>
                    <a:pt x="4941" y="2967"/>
                  </a:lnTo>
                  <a:lnTo>
                    <a:pt x="5358" y="3383"/>
                  </a:lnTo>
                  <a:cubicBezTo>
                    <a:pt x="5239" y="3610"/>
                    <a:pt x="5263" y="3907"/>
                    <a:pt x="5453" y="4098"/>
                  </a:cubicBezTo>
                  <a:lnTo>
                    <a:pt x="5656" y="4288"/>
                  </a:lnTo>
                  <a:cubicBezTo>
                    <a:pt x="5775" y="4407"/>
                    <a:pt x="5918" y="4467"/>
                    <a:pt x="6084" y="4467"/>
                  </a:cubicBezTo>
                  <a:cubicBezTo>
                    <a:pt x="6191" y="4467"/>
                    <a:pt x="6287" y="4431"/>
                    <a:pt x="6370" y="4395"/>
                  </a:cubicBezTo>
                  <a:lnTo>
                    <a:pt x="7239" y="5265"/>
                  </a:lnTo>
                  <a:cubicBezTo>
                    <a:pt x="7275" y="5300"/>
                    <a:pt x="7323" y="5312"/>
                    <a:pt x="7358" y="5312"/>
                  </a:cubicBezTo>
                  <a:cubicBezTo>
                    <a:pt x="7406" y="5312"/>
                    <a:pt x="7454" y="5300"/>
                    <a:pt x="7477" y="5265"/>
                  </a:cubicBezTo>
                  <a:cubicBezTo>
                    <a:pt x="7537" y="5217"/>
                    <a:pt x="7537" y="5086"/>
                    <a:pt x="7477" y="5026"/>
                  </a:cubicBezTo>
                  <a:lnTo>
                    <a:pt x="6608" y="4157"/>
                  </a:lnTo>
                  <a:cubicBezTo>
                    <a:pt x="6727" y="3931"/>
                    <a:pt x="6692" y="3633"/>
                    <a:pt x="6501" y="3443"/>
                  </a:cubicBezTo>
                  <a:lnTo>
                    <a:pt x="6311" y="3252"/>
                  </a:lnTo>
                  <a:cubicBezTo>
                    <a:pt x="6188" y="3130"/>
                    <a:pt x="6032" y="3073"/>
                    <a:pt x="5880" y="3073"/>
                  </a:cubicBezTo>
                  <a:cubicBezTo>
                    <a:pt x="5779" y="3073"/>
                    <a:pt x="5681" y="3098"/>
                    <a:pt x="5596" y="3145"/>
                  </a:cubicBezTo>
                  <a:lnTo>
                    <a:pt x="5179" y="2729"/>
                  </a:lnTo>
                  <a:lnTo>
                    <a:pt x="5453" y="2443"/>
                  </a:lnTo>
                  <a:lnTo>
                    <a:pt x="5656" y="2252"/>
                  </a:lnTo>
                  <a:cubicBezTo>
                    <a:pt x="5834" y="2074"/>
                    <a:pt x="6084" y="1967"/>
                    <a:pt x="6334" y="1955"/>
                  </a:cubicBezTo>
                  <a:close/>
                  <a:moveTo>
                    <a:pt x="1928" y="1"/>
                  </a:moveTo>
                  <a:cubicBezTo>
                    <a:pt x="1921" y="1"/>
                    <a:pt x="1913" y="1"/>
                    <a:pt x="1905" y="2"/>
                  </a:cubicBezTo>
                  <a:cubicBezTo>
                    <a:pt x="1477" y="62"/>
                    <a:pt x="1072" y="252"/>
                    <a:pt x="762" y="550"/>
                  </a:cubicBezTo>
                  <a:cubicBezTo>
                    <a:pt x="0" y="1312"/>
                    <a:pt x="0" y="2562"/>
                    <a:pt x="762" y="3324"/>
                  </a:cubicBezTo>
                  <a:lnTo>
                    <a:pt x="1393" y="3967"/>
                  </a:lnTo>
                  <a:cubicBezTo>
                    <a:pt x="1750" y="4324"/>
                    <a:pt x="1810" y="4884"/>
                    <a:pt x="1524" y="5300"/>
                  </a:cubicBezTo>
                  <a:cubicBezTo>
                    <a:pt x="1489" y="5360"/>
                    <a:pt x="1500" y="5455"/>
                    <a:pt x="1548" y="5515"/>
                  </a:cubicBezTo>
                  <a:lnTo>
                    <a:pt x="2131" y="6086"/>
                  </a:lnTo>
                  <a:cubicBezTo>
                    <a:pt x="2155" y="6122"/>
                    <a:pt x="2203" y="6134"/>
                    <a:pt x="2239" y="6134"/>
                  </a:cubicBezTo>
                  <a:lnTo>
                    <a:pt x="2262" y="6134"/>
                  </a:lnTo>
                  <a:cubicBezTo>
                    <a:pt x="2298" y="6134"/>
                    <a:pt x="2346" y="6110"/>
                    <a:pt x="2381" y="6074"/>
                  </a:cubicBezTo>
                  <a:cubicBezTo>
                    <a:pt x="3084" y="5193"/>
                    <a:pt x="3001" y="3931"/>
                    <a:pt x="2215" y="3145"/>
                  </a:cubicBezTo>
                  <a:lnTo>
                    <a:pt x="1572" y="2502"/>
                  </a:lnTo>
                  <a:cubicBezTo>
                    <a:pt x="1429" y="2359"/>
                    <a:pt x="1334" y="2145"/>
                    <a:pt x="1334" y="1919"/>
                  </a:cubicBezTo>
                  <a:cubicBezTo>
                    <a:pt x="1334" y="1705"/>
                    <a:pt x="1429" y="1502"/>
                    <a:pt x="1572" y="1347"/>
                  </a:cubicBezTo>
                  <a:cubicBezTo>
                    <a:pt x="1727" y="1193"/>
                    <a:pt x="1929" y="1109"/>
                    <a:pt x="2155" y="1109"/>
                  </a:cubicBezTo>
                  <a:cubicBezTo>
                    <a:pt x="2381" y="1109"/>
                    <a:pt x="2572" y="1193"/>
                    <a:pt x="2739" y="1347"/>
                  </a:cubicBezTo>
                  <a:lnTo>
                    <a:pt x="3965" y="2574"/>
                  </a:lnTo>
                  <a:cubicBezTo>
                    <a:pt x="3941" y="2609"/>
                    <a:pt x="3929" y="2657"/>
                    <a:pt x="3929" y="2693"/>
                  </a:cubicBezTo>
                  <a:cubicBezTo>
                    <a:pt x="3929" y="2740"/>
                    <a:pt x="3941" y="2788"/>
                    <a:pt x="3965" y="2812"/>
                  </a:cubicBezTo>
                  <a:lnTo>
                    <a:pt x="4298" y="3145"/>
                  </a:lnTo>
                  <a:lnTo>
                    <a:pt x="4227" y="3217"/>
                  </a:lnTo>
                  <a:cubicBezTo>
                    <a:pt x="3929" y="3514"/>
                    <a:pt x="3775" y="3931"/>
                    <a:pt x="3834" y="4348"/>
                  </a:cubicBezTo>
                  <a:cubicBezTo>
                    <a:pt x="3870" y="4586"/>
                    <a:pt x="3965" y="4812"/>
                    <a:pt x="4120" y="5003"/>
                  </a:cubicBezTo>
                  <a:lnTo>
                    <a:pt x="6275" y="7777"/>
                  </a:lnTo>
                  <a:cubicBezTo>
                    <a:pt x="6513" y="8086"/>
                    <a:pt x="6870" y="8265"/>
                    <a:pt x="7263" y="8289"/>
                  </a:cubicBezTo>
                  <a:lnTo>
                    <a:pt x="7346" y="8289"/>
                  </a:lnTo>
                  <a:cubicBezTo>
                    <a:pt x="7704" y="8289"/>
                    <a:pt x="8049" y="8146"/>
                    <a:pt x="8311" y="7896"/>
                  </a:cubicBezTo>
                  <a:lnTo>
                    <a:pt x="9549" y="6658"/>
                  </a:lnTo>
                  <a:cubicBezTo>
                    <a:pt x="9609" y="6598"/>
                    <a:pt x="9609" y="6479"/>
                    <a:pt x="9549" y="6419"/>
                  </a:cubicBezTo>
                  <a:cubicBezTo>
                    <a:pt x="9519" y="6390"/>
                    <a:pt x="9475" y="6375"/>
                    <a:pt x="9430" y="6375"/>
                  </a:cubicBezTo>
                  <a:cubicBezTo>
                    <a:pt x="9385" y="6375"/>
                    <a:pt x="9341" y="6390"/>
                    <a:pt x="9311" y="6419"/>
                  </a:cubicBezTo>
                  <a:lnTo>
                    <a:pt x="8073" y="7658"/>
                  </a:lnTo>
                  <a:cubicBezTo>
                    <a:pt x="7880" y="7850"/>
                    <a:pt x="7613" y="7956"/>
                    <a:pt x="7332" y="7956"/>
                  </a:cubicBezTo>
                  <a:cubicBezTo>
                    <a:pt x="7317" y="7956"/>
                    <a:pt x="7302" y="7956"/>
                    <a:pt x="7287" y="7955"/>
                  </a:cubicBezTo>
                  <a:cubicBezTo>
                    <a:pt x="6989" y="7932"/>
                    <a:pt x="6727" y="7789"/>
                    <a:pt x="6549" y="7562"/>
                  </a:cubicBezTo>
                  <a:lnTo>
                    <a:pt x="4501" y="4943"/>
                  </a:lnTo>
                  <a:lnTo>
                    <a:pt x="5918" y="6122"/>
                  </a:lnTo>
                  <a:cubicBezTo>
                    <a:pt x="6203" y="6360"/>
                    <a:pt x="6525" y="6479"/>
                    <a:pt x="6846" y="6479"/>
                  </a:cubicBezTo>
                  <a:cubicBezTo>
                    <a:pt x="7108" y="6479"/>
                    <a:pt x="7346" y="6384"/>
                    <a:pt x="7525" y="6205"/>
                  </a:cubicBezTo>
                  <a:lnTo>
                    <a:pt x="8454" y="5288"/>
                  </a:lnTo>
                  <a:cubicBezTo>
                    <a:pt x="8835" y="4895"/>
                    <a:pt x="8787" y="4217"/>
                    <a:pt x="8358" y="3681"/>
                  </a:cubicBezTo>
                  <a:lnTo>
                    <a:pt x="7192" y="2264"/>
                  </a:lnTo>
                  <a:lnTo>
                    <a:pt x="9811" y="4300"/>
                  </a:lnTo>
                  <a:cubicBezTo>
                    <a:pt x="10049" y="4479"/>
                    <a:pt x="10180" y="4753"/>
                    <a:pt x="10192" y="5050"/>
                  </a:cubicBezTo>
                  <a:cubicBezTo>
                    <a:pt x="10204" y="5348"/>
                    <a:pt x="10109" y="5634"/>
                    <a:pt x="9894" y="5836"/>
                  </a:cubicBezTo>
                  <a:cubicBezTo>
                    <a:pt x="9835" y="5896"/>
                    <a:pt x="9835" y="6015"/>
                    <a:pt x="9894" y="6074"/>
                  </a:cubicBezTo>
                  <a:cubicBezTo>
                    <a:pt x="9924" y="6104"/>
                    <a:pt x="9969" y="6119"/>
                    <a:pt x="10013" y="6119"/>
                  </a:cubicBezTo>
                  <a:cubicBezTo>
                    <a:pt x="10058" y="6119"/>
                    <a:pt x="10103" y="6104"/>
                    <a:pt x="10132" y="6074"/>
                  </a:cubicBezTo>
                  <a:cubicBezTo>
                    <a:pt x="10382" y="5824"/>
                    <a:pt x="10537" y="5455"/>
                    <a:pt x="10502" y="5062"/>
                  </a:cubicBezTo>
                  <a:cubicBezTo>
                    <a:pt x="10478" y="4681"/>
                    <a:pt x="10299" y="4324"/>
                    <a:pt x="9990" y="4086"/>
                  </a:cubicBezTo>
                  <a:lnTo>
                    <a:pt x="7227" y="1943"/>
                  </a:lnTo>
                  <a:lnTo>
                    <a:pt x="7215" y="1919"/>
                  </a:lnTo>
                  <a:cubicBezTo>
                    <a:pt x="7025" y="1776"/>
                    <a:pt x="6799" y="1669"/>
                    <a:pt x="6561" y="1645"/>
                  </a:cubicBezTo>
                  <a:cubicBezTo>
                    <a:pt x="6498" y="1636"/>
                    <a:pt x="6436" y="1632"/>
                    <a:pt x="6374" y="1632"/>
                  </a:cubicBezTo>
                  <a:cubicBezTo>
                    <a:pt x="6022" y="1632"/>
                    <a:pt x="5683" y="1773"/>
                    <a:pt x="5429" y="2026"/>
                  </a:cubicBezTo>
                  <a:lnTo>
                    <a:pt x="5358" y="2097"/>
                  </a:lnTo>
                  <a:lnTo>
                    <a:pt x="5025" y="1776"/>
                  </a:lnTo>
                  <a:cubicBezTo>
                    <a:pt x="5001" y="1740"/>
                    <a:pt x="4953" y="1728"/>
                    <a:pt x="4906" y="1728"/>
                  </a:cubicBezTo>
                  <a:cubicBezTo>
                    <a:pt x="4870" y="1728"/>
                    <a:pt x="4822" y="1740"/>
                    <a:pt x="4787" y="1776"/>
                  </a:cubicBezTo>
                  <a:lnTo>
                    <a:pt x="3560" y="538"/>
                  </a:lnTo>
                  <a:cubicBezTo>
                    <a:pt x="3298" y="288"/>
                    <a:pt x="2989" y="109"/>
                    <a:pt x="2643" y="38"/>
                  </a:cubicBezTo>
                  <a:cubicBezTo>
                    <a:pt x="2627" y="31"/>
                    <a:pt x="2610" y="27"/>
                    <a:pt x="2593" y="27"/>
                  </a:cubicBezTo>
                  <a:cubicBezTo>
                    <a:pt x="2525" y="27"/>
                    <a:pt x="2460" y="81"/>
                    <a:pt x="2441" y="157"/>
                  </a:cubicBezTo>
                  <a:cubicBezTo>
                    <a:pt x="2405" y="240"/>
                    <a:pt x="2465" y="335"/>
                    <a:pt x="2560" y="359"/>
                  </a:cubicBezTo>
                  <a:cubicBezTo>
                    <a:pt x="2846" y="431"/>
                    <a:pt x="3096" y="585"/>
                    <a:pt x="3298" y="788"/>
                  </a:cubicBezTo>
                  <a:lnTo>
                    <a:pt x="4537" y="2026"/>
                  </a:lnTo>
                  <a:lnTo>
                    <a:pt x="4215" y="2359"/>
                  </a:lnTo>
                  <a:lnTo>
                    <a:pt x="2977" y="1121"/>
                  </a:lnTo>
                  <a:cubicBezTo>
                    <a:pt x="2751" y="895"/>
                    <a:pt x="2465" y="776"/>
                    <a:pt x="2155" y="776"/>
                  </a:cubicBezTo>
                  <a:cubicBezTo>
                    <a:pt x="1846" y="776"/>
                    <a:pt x="1560" y="895"/>
                    <a:pt x="1334" y="1121"/>
                  </a:cubicBezTo>
                  <a:cubicBezTo>
                    <a:pt x="1119" y="1347"/>
                    <a:pt x="1000" y="1621"/>
                    <a:pt x="1000" y="1943"/>
                  </a:cubicBezTo>
                  <a:cubicBezTo>
                    <a:pt x="1000" y="2252"/>
                    <a:pt x="1119" y="2538"/>
                    <a:pt x="1334" y="2752"/>
                  </a:cubicBezTo>
                  <a:lnTo>
                    <a:pt x="1977" y="3395"/>
                  </a:lnTo>
                  <a:cubicBezTo>
                    <a:pt x="2608" y="4026"/>
                    <a:pt x="2703" y="4991"/>
                    <a:pt x="2227" y="5729"/>
                  </a:cubicBezTo>
                  <a:lnTo>
                    <a:pt x="1893" y="5396"/>
                  </a:lnTo>
                  <a:cubicBezTo>
                    <a:pt x="2167" y="4860"/>
                    <a:pt x="2084" y="4181"/>
                    <a:pt x="1655" y="3741"/>
                  </a:cubicBezTo>
                  <a:lnTo>
                    <a:pt x="1012" y="3098"/>
                  </a:lnTo>
                  <a:cubicBezTo>
                    <a:pt x="381" y="2478"/>
                    <a:pt x="381" y="1431"/>
                    <a:pt x="1012" y="812"/>
                  </a:cubicBezTo>
                  <a:cubicBezTo>
                    <a:pt x="1262" y="550"/>
                    <a:pt x="1596" y="395"/>
                    <a:pt x="1953" y="347"/>
                  </a:cubicBezTo>
                  <a:cubicBezTo>
                    <a:pt x="2036" y="335"/>
                    <a:pt x="2108" y="252"/>
                    <a:pt x="2096" y="157"/>
                  </a:cubicBezTo>
                  <a:cubicBezTo>
                    <a:pt x="2085" y="69"/>
                    <a:pt x="2023" y="1"/>
                    <a:pt x="19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46"/>
            <p:cNvSpPr/>
            <p:nvPr/>
          </p:nvSpPr>
          <p:spPr>
            <a:xfrm>
              <a:off x="3361840" y="3799453"/>
              <a:ext cx="74701" cy="71438"/>
            </a:xfrm>
            <a:custGeom>
              <a:avLst/>
              <a:gdLst/>
              <a:ahLst/>
              <a:cxnLst/>
              <a:rect l="l" t="t" r="r" b="b"/>
              <a:pathLst>
                <a:path w="2358" h="2255" extrusionOk="0">
                  <a:moveTo>
                    <a:pt x="1441" y="337"/>
                  </a:moveTo>
                  <a:cubicBezTo>
                    <a:pt x="1572" y="337"/>
                    <a:pt x="1691" y="385"/>
                    <a:pt x="1798" y="480"/>
                  </a:cubicBezTo>
                  <a:cubicBezTo>
                    <a:pt x="1988" y="682"/>
                    <a:pt x="1988" y="1004"/>
                    <a:pt x="1798" y="1194"/>
                  </a:cubicBezTo>
                  <a:cubicBezTo>
                    <a:pt x="1703" y="1296"/>
                    <a:pt x="1572" y="1346"/>
                    <a:pt x="1441" y="1346"/>
                  </a:cubicBezTo>
                  <a:cubicBezTo>
                    <a:pt x="1310" y="1346"/>
                    <a:pt x="1179" y="1296"/>
                    <a:pt x="1084" y="1194"/>
                  </a:cubicBezTo>
                  <a:cubicBezTo>
                    <a:pt x="893" y="1004"/>
                    <a:pt x="893" y="682"/>
                    <a:pt x="1084" y="480"/>
                  </a:cubicBezTo>
                  <a:cubicBezTo>
                    <a:pt x="1191" y="385"/>
                    <a:pt x="1310" y="337"/>
                    <a:pt x="1441" y="337"/>
                  </a:cubicBezTo>
                  <a:close/>
                  <a:moveTo>
                    <a:pt x="1424" y="1"/>
                  </a:moveTo>
                  <a:cubicBezTo>
                    <a:pt x="1209" y="1"/>
                    <a:pt x="994" y="81"/>
                    <a:pt x="833" y="242"/>
                  </a:cubicBezTo>
                  <a:cubicBezTo>
                    <a:pt x="548" y="528"/>
                    <a:pt x="500" y="980"/>
                    <a:pt x="726" y="1302"/>
                  </a:cubicBezTo>
                  <a:lnTo>
                    <a:pt x="60" y="1968"/>
                  </a:lnTo>
                  <a:cubicBezTo>
                    <a:pt x="0" y="2028"/>
                    <a:pt x="0" y="2147"/>
                    <a:pt x="60" y="2206"/>
                  </a:cubicBezTo>
                  <a:cubicBezTo>
                    <a:pt x="83" y="2242"/>
                    <a:pt x="131" y="2254"/>
                    <a:pt x="167" y="2254"/>
                  </a:cubicBezTo>
                  <a:cubicBezTo>
                    <a:pt x="214" y="2254"/>
                    <a:pt x="262" y="2242"/>
                    <a:pt x="286" y="2206"/>
                  </a:cubicBezTo>
                  <a:lnTo>
                    <a:pt x="964" y="1540"/>
                  </a:lnTo>
                  <a:cubicBezTo>
                    <a:pt x="1095" y="1635"/>
                    <a:pt x="1262" y="1671"/>
                    <a:pt x="1417" y="1671"/>
                  </a:cubicBezTo>
                  <a:cubicBezTo>
                    <a:pt x="1643" y="1671"/>
                    <a:pt x="1857" y="1587"/>
                    <a:pt x="2012" y="1421"/>
                  </a:cubicBezTo>
                  <a:cubicBezTo>
                    <a:pt x="2357" y="1111"/>
                    <a:pt x="2357" y="575"/>
                    <a:pt x="2024" y="242"/>
                  </a:cubicBezTo>
                  <a:cubicBezTo>
                    <a:pt x="1857" y="81"/>
                    <a:pt x="1640" y="1"/>
                    <a:pt x="1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p55"/>
          <p:cNvSpPr txBox="1">
            <a:spLocks noGrp="1"/>
          </p:cNvSpPr>
          <p:nvPr>
            <p:ph type="title"/>
          </p:nvPr>
        </p:nvSpPr>
        <p:spPr>
          <a:xfrm>
            <a:off x="1000772" y="2773363"/>
            <a:ext cx="35676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SOCIAL</a:t>
            </a:r>
            <a:r>
              <a:rPr lang="en" dirty="0"/>
              <a:t> </a:t>
            </a:r>
            <a:r>
              <a:rPr lang="en" sz="3600" dirty="0"/>
              <a:t>ENGINEERING</a:t>
            </a:r>
            <a:endParaRPr dirty="0"/>
          </a:p>
        </p:txBody>
      </p:sp>
      <p:sp>
        <p:nvSpPr>
          <p:cNvPr id="4155" name="Google Shape;4155;p55"/>
          <p:cNvSpPr txBox="1">
            <a:spLocks noGrp="1"/>
          </p:cNvSpPr>
          <p:nvPr>
            <p:ph type="subTitle" idx="1"/>
          </p:nvPr>
        </p:nvSpPr>
        <p:spPr>
          <a:xfrm>
            <a:off x="1410216" y="3586944"/>
            <a:ext cx="2748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attackers manipulate people</a:t>
            </a:r>
            <a:endParaRPr/>
          </a:p>
        </p:txBody>
      </p:sp>
      <p:sp>
        <p:nvSpPr>
          <p:cNvPr id="4156" name="Google Shape;4156;p55"/>
          <p:cNvSpPr/>
          <p:nvPr/>
        </p:nvSpPr>
        <p:spPr>
          <a:xfrm>
            <a:off x="1862616" y="843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7" name="Google Shape;4157;p55"/>
          <p:cNvGrpSpPr/>
          <p:nvPr/>
        </p:nvGrpSpPr>
        <p:grpSpPr>
          <a:xfrm>
            <a:off x="5221371" y="4023580"/>
            <a:ext cx="2227588" cy="726522"/>
            <a:chOff x="5608450" y="1680311"/>
            <a:chExt cx="1039375" cy="338989"/>
          </a:xfrm>
        </p:grpSpPr>
        <p:sp>
          <p:nvSpPr>
            <p:cNvPr id="4158" name="Google Shape;4158;p5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5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5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5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5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5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5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55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5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5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5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5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55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5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5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55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55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5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5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5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5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5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55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5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5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5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5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5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5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5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5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5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5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5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5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55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4" name="Google Shape;4194;p55"/>
          <p:cNvGrpSpPr/>
          <p:nvPr/>
        </p:nvGrpSpPr>
        <p:grpSpPr>
          <a:xfrm rot="5400000">
            <a:off x="7190880" y="809566"/>
            <a:ext cx="2227589" cy="1527191"/>
            <a:chOff x="5519300" y="372750"/>
            <a:chExt cx="1039375" cy="712575"/>
          </a:xfrm>
        </p:grpSpPr>
        <p:sp>
          <p:nvSpPr>
            <p:cNvPr id="4195" name="Google Shape;4195;p5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5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5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5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5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5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5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5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5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5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5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5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5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5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5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5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5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5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5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5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5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5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5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5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5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5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5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5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5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5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5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5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5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5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5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5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5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5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5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5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5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5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5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5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5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5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5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5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5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5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5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5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5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5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5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5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5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5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5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5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5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5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5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5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5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2" name="Google Shape;4262;p55"/>
          <p:cNvSpPr txBox="1">
            <a:spLocks noGrp="1"/>
          </p:cNvSpPr>
          <p:nvPr>
            <p:ph type="title" idx="2"/>
          </p:nvPr>
        </p:nvSpPr>
        <p:spPr>
          <a:xfrm>
            <a:off x="2160366" y="130633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4263" name="Google Shape;426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946" y="6805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4" name="Google Shape;42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025" y="3596918"/>
            <a:ext cx="1527200" cy="109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5" name="Google Shape;426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150" y="1944682"/>
            <a:ext cx="841200" cy="6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6" name="Google Shape;426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71477" y="1465850"/>
            <a:ext cx="1743550" cy="291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7" name="Google Shape;426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9349" y="2720712"/>
            <a:ext cx="936775" cy="123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9" name="Google Shape;3779;p48"/>
          <p:cNvGrpSpPr/>
          <p:nvPr/>
        </p:nvGrpSpPr>
        <p:grpSpPr>
          <a:xfrm>
            <a:off x="3305690" y="670433"/>
            <a:ext cx="326624" cy="2227589"/>
            <a:chOff x="-1754623" y="1947770"/>
            <a:chExt cx="326624" cy="2227589"/>
          </a:xfrm>
        </p:grpSpPr>
        <p:sp>
          <p:nvSpPr>
            <p:cNvPr id="3780" name="Google Shape;3780;p48"/>
            <p:cNvSpPr/>
            <p:nvPr/>
          </p:nvSpPr>
          <p:spPr>
            <a:xfrm rot="5400000">
              <a:off x="-1554019" y="404933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48"/>
            <p:cNvSpPr/>
            <p:nvPr/>
          </p:nvSpPr>
          <p:spPr>
            <a:xfrm rot="5400000">
              <a:off x="-1554019" y="366723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48"/>
            <p:cNvSpPr/>
            <p:nvPr/>
          </p:nvSpPr>
          <p:spPr>
            <a:xfrm rot="5400000">
              <a:off x="-1554019" y="328513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48"/>
            <p:cNvSpPr/>
            <p:nvPr/>
          </p:nvSpPr>
          <p:spPr>
            <a:xfrm rot="5400000">
              <a:off x="-1554019" y="309408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48"/>
            <p:cNvSpPr/>
            <p:nvPr/>
          </p:nvSpPr>
          <p:spPr>
            <a:xfrm rot="5400000">
              <a:off x="-1554019" y="213882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48"/>
            <p:cNvSpPr/>
            <p:nvPr/>
          </p:nvSpPr>
          <p:spPr>
            <a:xfrm rot="5400000">
              <a:off x="-1554019" y="232987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48"/>
            <p:cNvSpPr/>
            <p:nvPr/>
          </p:nvSpPr>
          <p:spPr>
            <a:xfrm rot="5400000">
              <a:off x="-1554019" y="194777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48"/>
            <p:cNvSpPr/>
            <p:nvPr/>
          </p:nvSpPr>
          <p:spPr>
            <a:xfrm rot="5400000">
              <a:off x="-1754623" y="385828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48"/>
            <p:cNvSpPr/>
            <p:nvPr/>
          </p:nvSpPr>
          <p:spPr>
            <a:xfrm rot="5400000">
              <a:off x="-1754623" y="404933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48"/>
            <p:cNvSpPr/>
            <p:nvPr/>
          </p:nvSpPr>
          <p:spPr>
            <a:xfrm rot="5400000">
              <a:off x="-1754623" y="328513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48"/>
            <p:cNvSpPr/>
            <p:nvPr/>
          </p:nvSpPr>
          <p:spPr>
            <a:xfrm rot="5400000">
              <a:off x="-1754623" y="347618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48"/>
            <p:cNvSpPr/>
            <p:nvPr/>
          </p:nvSpPr>
          <p:spPr>
            <a:xfrm rot="5400000">
              <a:off x="-1754623" y="309408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48"/>
            <p:cNvSpPr/>
            <p:nvPr/>
          </p:nvSpPr>
          <p:spPr>
            <a:xfrm rot="5400000">
              <a:off x="-1754623" y="271197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48"/>
            <p:cNvSpPr/>
            <p:nvPr/>
          </p:nvSpPr>
          <p:spPr>
            <a:xfrm rot="5400000">
              <a:off x="-1754623" y="290302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48"/>
            <p:cNvSpPr/>
            <p:nvPr/>
          </p:nvSpPr>
          <p:spPr>
            <a:xfrm rot="5400000">
              <a:off x="-1754623" y="252092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48"/>
            <p:cNvSpPr/>
            <p:nvPr/>
          </p:nvSpPr>
          <p:spPr>
            <a:xfrm rot="5400000">
              <a:off x="-1754623" y="232987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48"/>
            <p:cNvSpPr/>
            <p:nvPr/>
          </p:nvSpPr>
          <p:spPr>
            <a:xfrm rot="5400000">
              <a:off x="-1754623" y="194777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797" name="Google Shape;37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099" y="2176379"/>
            <a:ext cx="1030518" cy="73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8" name="Google Shape;379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2512" y="2481175"/>
            <a:ext cx="2878150" cy="1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9" name="Google Shape;3799;p48"/>
          <p:cNvSpPr txBox="1">
            <a:spLocks noGrp="1"/>
          </p:cNvSpPr>
          <p:nvPr>
            <p:ph type="title"/>
          </p:nvPr>
        </p:nvSpPr>
        <p:spPr>
          <a:xfrm>
            <a:off x="4567401" y="445025"/>
            <a:ext cx="38634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ATTACKER TACTICS</a:t>
            </a:r>
            <a:endParaRPr/>
          </a:p>
        </p:txBody>
      </p:sp>
      <p:sp>
        <p:nvSpPr>
          <p:cNvPr id="3800" name="Google Shape;3800;p48"/>
          <p:cNvSpPr txBox="1">
            <a:spLocks noGrp="1"/>
          </p:cNvSpPr>
          <p:nvPr>
            <p:ph type="title" idx="2"/>
          </p:nvPr>
        </p:nvSpPr>
        <p:spPr>
          <a:xfrm>
            <a:off x="5368999" y="1240325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URGENCY</a:t>
            </a:r>
            <a:endParaRPr/>
          </a:p>
        </p:txBody>
      </p:sp>
      <p:sp>
        <p:nvSpPr>
          <p:cNvPr id="3801" name="Google Shape;3801;p48"/>
          <p:cNvSpPr txBox="1">
            <a:spLocks noGrp="1"/>
          </p:cNvSpPr>
          <p:nvPr>
            <p:ph type="subTitle" idx="1"/>
          </p:nvPr>
        </p:nvSpPr>
        <p:spPr>
          <a:xfrm>
            <a:off x="5369002" y="1669875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 now or lose access</a:t>
            </a:r>
            <a:endParaRPr/>
          </a:p>
        </p:txBody>
      </p:sp>
      <p:sp>
        <p:nvSpPr>
          <p:cNvPr id="3802" name="Google Shape;3802;p48"/>
          <p:cNvSpPr txBox="1">
            <a:spLocks noGrp="1"/>
          </p:cNvSpPr>
          <p:nvPr>
            <p:ph type="title" idx="3"/>
          </p:nvPr>
        </p:nvSpPr>
        <p:spPr>
          <a:xfrm>
            <a:off x="5369000" y="2905671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FEAR &amp; GREED</a:t>
            </a:r>
            <a:endParaRPr/>
          </a:p>
        </p:txBody>
      </p:sp>
      <p:sp>
        <p:nvSpPr>
          <p:cNvPr id="3803" name="Google Shape;3803;p48"/>
          <p:cNvSpPr txBox="1">
            <a:spLocks noGrp="1"/>
          </p:cNvSpPr>
          <p:nvPr>
            <p:ph type="subTitle" idx="4"/>
          </p:nvPr>
        </p:nvSpPr>
        <p:spPr>
          <a:xfrm>
            <a:off x="5369002" y="3335220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Threats or too-good prizes</a:t>
            </a:r>
            <a:endParaRPr/>
          </a:p>
        </p:txBody>
      </p:sp>
      <p:sp>
        <p:nvSpPr>
          <p:cNvPr id="3804" name="Google Shape;3804;p48"/>
          <p:cNvSpPr txBox="1">
            <a:spLocks noGrp="1"/>
          </p:cNvSpPr>
          <p:nvPr>
            <p:ph type="title" idx="5"/>
          </p:nvPr>
        </p:nvSpPr>
        <p:spPr>
          <a:xfrm>
            <a:off x="5368999" y="2073008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AUTHORITY</a:t>
            </a:r>
            <a:endParaRPr/>
          </a:p>
        </p:txBody>
      </p:sp>
      <p:sp>
        <p:nvSpPr>
          <p:cNvPr id="3805" name="Google Shape;3805;p48"/>
          <p:cNvSpPr txBox="1">
            <a:spLocks noGrp="1"/>
          </p:cNvSpPr>
          <p:nvPr>
            <p:ph type="subTitle" idx="6"/>
          </p:nvPr>
        </p:nvSpPr>
        <p:spPr>
          <a:xfrm>
            <a:off x="5369002" y="2502560"/>
            <a:ext cx="2878200" cy="3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Posing as the boss or IT</a:t>
            </a:r>
            <a:endParaRPr/>
          </a:p>
        </p:txBody>
      </p:sp>
      <p:sp>
        <p:nvSpPr>
          <p:cNvPr id="3806" name="Google Shape;3806;p48"/>
          <p:cNvSpPr txBox="1">
            <a:spLocks noGrp="1"/>
          </p:cNvSpPr>
          <p:nvPr>
            <p:ph type="title" idx="7"/>
          </p:nvPr>
        </p:nvSpPr>
        <p:spPr>
          <a:xfrm>
            <a:off x="5369000" y="3735832"/>
            <a:ext cx="2878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CURIOSITY</a:t>
            </a:r>
            <a:endParaRPr/>
          </a:p>
        </p:txBody>
      </p:sp>
      <p:sp>
        <p:nvSpPr>
          <p:cNvPr id="3807" name="Google Shape;3807;p48"/>
          <p:cNvSpPr txBox="1">
            <a:spLocks noGrp="1"/>
          </p:cNvSpPr>
          <p:nvPr>
            <p:ph type="subTitle" idx="8"/>
          </p:nvPr>
        </p:nvSpPr>
        <p:spPr>
          <a:xfrm>
            <a:off x="5369000" y="4165381"/>
            <a:ext cx="2878200" cy="3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Tempting links and files</a:t>
            </a:r>
            <a:endParaRPr/>
          </a:p>
        </p:txBody>
      </p:sp>
      <p:sp>
        <p:nvSpPr>
          <p:cNvPr id="3808" name="Google Shape;3808;p48"/>
          <p:cNvSpPr/>
          <p:nvPr/>
        </p:nvSpPr>
        <p:spPr>
          <a:xfrm>
            <a:off x="4568590" y="1410775"/>
            <a:ext cx="527700" cy="527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9" name="Google Shape;3809;p48"/>
          <p:cNvSpPr/>
          <p:nvPr/>
        </p:nvSpPr>
        <p:spPr>
          <a:xfrm>
            <a:off x="4567240" y="3062728"/>
            <a:ext cx="530400" cy="530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0" name="Google Shape;3810;p48"/>
          <p:cNvSpPr/>
          <p:nvPr/>
        </p:nvSpPr>
        <p:spPr>
          <a:xfrm>
            <a:off x="4567240" y="2233141"/>
            <a:ext cx="530400" cy="530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1" name="Google Shape;3811;p48"/>
          <p:cNvSpPr/>
          <p:nvPr/>
        </p:nvSpPr>
        <p:spPr>
          <a:xfrm>
            <a:off x="4567240" y="3908635"/>
            <a:ext cx="530400" cy="530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2" name="Google Shape;3812;p48"/>
          <p:cNvSpPr txBox="1">
            <a:spLocks noGrp="1"/>
          </p:cNvSpPr>
          <p:nvPr>
            <p:ph type="title" idx="15"/>
          </p:nvPr>
        </p:nvSpPr>
        <p:spPr>
          <a:xfrm>
            <a:off x="4503190" y="3977185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 sz="2400"/>
          </a:p>
        </p:txBody>
      </p:sp>
      <p:pic>
        <p:nvPicPr>
          <p:cNvPr id="3813" name="Google Shape;381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150" y="1417472"/>
            <a:ext cx="759000" cy="96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4" name="Google Shape;381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22700" y="1384178"/>
            <a:ext cx="1647000" cy="2607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5" name="Google Shape;3815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362" y="2656625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6" name="Google Shape;38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121" y="673637"/>
            <a:ext cx="1602225" cy="11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7" name="Google Shape;3817;p48"/>
          <p:cNvSpPr txBox="1">
            <a:spLocks noGrp="1"/>
          </p:cNvSpPr>
          <p:nvPr>
            <p:ph type="title" idx="9"/>
          </p:nvPr>
        </p:nvSpPr>
        <p:spPr>
          <a:xfrm>
            <a:off x="4503190" y="1477975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18" name="Google Shape;3818;p48"/>
          <p:cNvSpPr txBox="1">
            <a:spLocks noGrp="1"/>
          </p:cNvSpPr>
          <p:nvPr>
            <p:ph type="title" idx="13"/>
          </p:nvPr>
        </p:nvSpPr>
        <p:spPr>
          <a:xfrm>
            <a:off x="4503190" y="2301691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19" name="Google Shape;3819;p48"/>
          <p:cNvSpPr txBox="1">
            <a:spLocks noGrp="1"/>
          </p:cNvSpPr>
          <p:nvPr>
            <p:ph type="title" idx="14"/>
          </p:nvPr>
        </p:nvSpPr>
        <p:spPr>
          <a:xfrm>
            <a:off x="4503190" y="3131278"/>
            <a:ext cx="658500" cy="39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2" name="Google Shape;4282;p57"/>
          <p:cNvSpPr/>
          <p:nvPr/>
        </p:nvSpPr>
        <p:spPr>
          <a:xfrm>
            <a:off x="1450163" y="1220607"/>
            <a:ext cx="1469400" cy="1469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3" name="Google Shape;4283;p57"/>
          <p:cNvSpPr/>
          <p:nvPr/>
        </p:nvSpPr>
        <p:spPr>
          <a:xfrm>
            <a:off x="3837300" y="1220607"/>
            <a:ext cx="1469400" cy="1469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4" name="Google Shape;4284;p57"/>
          <p:cNvSpPr/>
          <p:nvPr/>
        </p:nvSpPr>
        <p:spPr>
          <a:xfrm>
            <a:off x="6224432" y="1220607"/>
            <a:ext cx="1469400" cy="1469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5" name="Google Shape;4285;p57"/>
          <p:cNvSpPr txBox="1">
            <a:spLocks noGrp="1"/>
          </p:cNvSpPr>
          <p:nvPr>
            <p:ph type="title"/>
          </p:nvPr>
        </p:nvSpPr>
        <p:spPr>
          <a:xfrm>
            <a:off x="1122713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$100M</a:t>
            </a:r>
            <a:endParaRPr/>
          </a:p>
        </p:txBody>
      </p:sp>
      <p:sp>
        <p:nvSpPr>
          <p:cNvPr id="4286" name="Google Shape;4286;p57"/>
          <p:cNvSpPr txBox="1">
            <a:spLocks noGrp="1"/>
          </p:cNvSpPr>
          <p:nvPr>
            <p:ph type="subTitle" idx="1"/>
          </p:nvPr>
        </p:nvSpPr>
        <p:spPr>
          <a:xfrm>
            <a:off x="1122713" y="2898176"/>
            <a:ext cx="2124300" cy="7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Google and Facebook defrauded by fake invoices, 2013–15</a:t>
            </a:r>
            <a:endParaRPr sz="1600" dirty="0"/>
          </a:p>
        </p:txBody>
      </p:sp>
      <p:sp>
        <p:nvSpPr>
          <p:cNvPr id="4287" name="Google Shape;4287;p57"/>
          <p:cNvSpPr txBox="1">
            <a:spLocks noGrp="1"/>
          </p:cNvSpPr>
          <p:nvPr>
            <p:ph type="title" idx="2"/>
          </p:nvPr>
        </p:nvSpPr>
        <p:spPr>
          <a:xfrm>
            <a:off x="3509850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130</a:t>
            </a:r>
            <a:endParaRPr/>
          </a:p>
        </p:txBody>
      </p:sp>
      <p:sp>
        <p:nvSpPr>
          <p:cNvPr id="4288" name="Google Shape;4288;p57"/>
          <p:cNvSpPr txBox="1">
            <a:spLocks noGrp="1"/>
          </p:cNvSpPr>
          <p:nvPr>
            <p:ph type="subTitle" idx="3"/>
          </p:nvPr>
        </p:nvSpPr>
        <p:spPr>
          <a:xfrm>
            <a:off x="3509850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Twitter accounts targeted by phone phishing, 2020</a:t>
            </a:r>
            <a:endParaRPr sz="1600" dirty="0"/>
          </a:p>
        </p:txBody>
      </p:sp>
      <p:sp>
        <p:nvSpPr>
          <p:cNvPr id="4289" name="Google Shape;4289;p57"/>
          <p:cNvSpPr txBox="1">
            <a:spLocks noGrp="1"/>
          </p:cNvSpPr>
          <p:nvPr>
            <p:ph type="title" idx="4"/>
          </p:nvPr>
        </p:nvSpPr>
        <p:spPr>
          <a:xfrm>
            <a:off x="5896982" y="1460457"/>
            <a:ext cx="2124300" cy="87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40M</a:t>
            </a:r>
            <a:endParaRPr/>
          </a:p>
        </p:txBody>
      </p:sp>
      <p:sp>
        <p:nvSpPr>
          <p:cNvPr id="4290" name="Google Shape;4290;p57"/>
          <p:cNvSpPr txBox="1">
            <a:spLocks noGrp="1"/>
          </p:cNvSpPr>
          <p:nvPr>
            <p:ph type="subTitle" idx="5"/>
          </p:nvPr>
        </p:nvSpPr>
        <p:spPr>
          <a:xfrm>
            <a:off x="5896982" y="2899076"/>
            <a:ext cx="21243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Cards exposed in Target’s 2013 breach via a phished vendor</a:t>
            </a:r>
            <a:endParaRPr sz="1600" dirty="0"/>
          </a:p>
        </p:txBody>
      </p:sp>
      <p:grpSp>
        <p:nvGrpSpPr>
          <p:cNvPr id="4291" name="Google Shape;4291;p57"/>
          <p:cNvGrpSpPr/>
          <p:nvPr/>
        </p:nvGrpSpPr>
        <p:grpSpPr>
          <a:xfrm rot="-5400000">
            <a:off x="11039953" y="968610"/>
            <a:ext cx="2227589" cy="726958"/>
            <a:chOff x="6972150" y="711750"/>
            <a:chExt cx="1039375" cy="339193"/>
          </a:xfrm>
        </p:grpSpPr>
        <p:sp>
          <p:nvSpPr>
            <p:cNvPr id="4292" name="Google Shape;4292;p5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5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5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5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5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5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5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5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5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5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5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5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5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5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5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5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5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5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5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5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5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5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5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5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5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5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5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5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5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5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5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5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324" name="Google Shape;43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100" y="1066227"/>
            <a:ext cx="797650" cy="57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5" name="Google Shape;432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8863" y="1939512"/>
            <a:ext cx="626475" cy="82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6" name="Google Shape;432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7639" y="1081975"/>
            <a:ext cx="692247" cy="875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7" name="Google Shape;4327;p57"/>
          <p:cNvGrpSpPr/>
          <p:nvPr/>
        </p:nvGrpSpPr>
        <p:grpSpPr>
          <a:xfrm rot="5400000">
            <a:off x="2121871" y="3542812"/>
            <a:ext cx="126020" cy="526355"/>
            <a:chOff x="5519300" y="839732"/>
            <a:chExt cx="58800" cy="245593"/>
          </a:xfrm>
        </p:grpSpPr>
        <p:sp>
          <p:nvSpPr>
            <p:cNvPr id="4328" name="Google Shape;4328;p5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5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5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1" name="Google Shape;4331;p57"/>
          <p:cNvGrpSpPr/>
          <p:nvPr/>
        </p:nvGrpSpPr>
        <p:grpSpPr>
          <a:xfrm rot="5400000">
            <a:off x="4508996" y="3542812"/>
            <a:ext cx="126020" cy="526355"/>
            <a:chOff x="5519300" y="839732"/>
            <a:chExt cx="58800" cy="245593"/>
          </a:xfrm>
        </p:grpSpPr>
        <p:sp>
          <p:nvSpPr>
            <p:cNvPr id="4332" name="Google Shape;4332;p5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5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5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5" name="Google Shape;4335;p57"/>
          <p:cNvGrpSpPr/>
          <p:nvPr/>
        </p:nvGrpSpPr>
        <p:grpSpPr>
          <a:xfrm rot="5400000">
            <a:off x="6896121" y="3542812"/>
            <a:ext cx="126020" cy="526355"/>
            <a:chOff x="5519300" y="839732"/>
            <a:chExt cx="58800" cy="245593"/>
          </a:xfrm>
        </p:grpSpPr>
        <p:sp>
          <p:nvSpPr>
            <p:cNvPr id="4336" name="Google Shape;4336;p5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5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5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CASE: FAKE INVOICES</a:t>
            </a:r>
            <a:endParaRPr/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2013 to 2015 one attacker billed Google and Facebook.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it worked:</a:t>
            </a:r>
            <a:endParaRPr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A real vendor’s name was copied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Invoices looked routine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Nobody verified by phone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Lesson: confirm payment changes through a second channel</a:t>
            </a:r>
            <a:endParaRPr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4162" y="2331987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49698" y="2040970"/>
            <a:ext cx="841230" cy="13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4" name="Google Shape;3524;p43"/>
          <p:cNvGrpSpPr/>
          <p:nvPr/>
        </p:nvGrpSpPr>
        <p:grpSpPr>
          <a:xfrm>
            <a:off x="6840333" y="-220281"/>
            <a:ext cx="2227588" cy="726522"/>
            <a:chOff x="3799000" y="1820400"/>
            <a:chExt cx="1039375" cy="338989"/>
          </a:xfrm>
        </p:grpSpPr>
        <p:sp>
          <p:nvSpPr>
            <p:cNvPr id="3525" name="Google Shape;3525;p43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43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43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43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43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43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43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43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43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43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43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43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43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43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43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43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43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43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43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43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43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43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43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43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43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43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43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43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43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43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43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43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43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43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43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43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1" name="Google Shape;3561;p43"/>
          <p:cNvSpPr/>
          <p:nvPr/>
        </p:nvSpPr>
        <p:spPr>
          <a:xfrm>
            <a:off x="2153810" y="2548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2" name="Google Shape;3562;p43"/>
          <p:cNvSpPr txBox="1">
            <a:spLocks noGrp="1"/>
          </p:cNvSpPr>
          <p:nvPr>
            <p:ph type="title"/>
          </p:nvPr>
        </p:nvSpPr>
        <p:spPr>
          <a:xfrm>
            <a:off x="4228090" y="2680725"/>
            <a:ext cx="2762100" cy="9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STAY SAFE</a:t>
            </a:r>
            <a:endParaRPr/>
          </a:p>
        </p:txBody>
      </p:sp>
      <p:sp>
        <p:nvSpPr>
          <p:cNvPr id="3563" name="Google Shape;3563;p43"/>
          <p:cNvSpPr txBox="1">
            <a:spLocks noGrp="1"/>
          </p:cNvSpPr>
          <p:nvPr>
            <p:ph type="title" idx="2"/>
          </p:nvPr>
        </p:nvSpPr>
        <p:spPr>
          <a:xfrm>
            <a:off x="2356910" y="3011350"/>
            <a:ext cx="14376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564" name="Google Shape;3564;p43"/>
          <p:cNvSpPr txBox="1">
            <a:spLocks noGrp="1"/>
          </p:cNvSpPr>
          <p:nvPr>
            <p:ph type="subTitle" idx="1"/>
          </p:nvPr>
        </p:nvSpPr>
        <p:spPr>
          <a:xfrm>
            <a:off x="4228073" y="3530819"/>
            <a:ext cx="2762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and tips</a:t>
            </a:r>
            <a:endParaRPr/>
          </a:p>
        </p:txBody>
      </p:sp>
      <p:pic>
        <p:nvPicPr>
          <p:cNvPr id="3565" name="Google Shape;356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51796" y="1431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6" name="Google Shape;35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26479" y="2162900"/>
            <a:ext cx="841225" cy="603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7" name="Google Shape;3567;p43"/>
          <p:cNvGrpSpPr/>
          <p:nvPr/>
        </p:nvGrpSpPr>
        <p:grpSpPr>
          <a:xfrm>
            <a:off x="7126920" y="4391944"/>
            <a:ext cx="1654413" cy="326167"/>
            <a:chOff x="2978333" y="5720819"/>
            <a:chExt cx="1654413" cy="326167"/>
          </a:xfrm>
        </p:grpSpPr>
        <p:sp>
          <p:nvSpPr>
            <p:cNvPr id="3568" name="Google Shape;3568;p43"/>
            <p:cNvSpPr/>
            <p:nvPr/>
          </p:nvSpPr>
          <p:spPr>
            <a:xfrm>
              <a:off x="4315694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43"/>
            <p:cNvSpPr/>
            <p:nvPr/>
          </p:nvSpPr>
          <p:spPr>
            <a:xfrm>
              <a:off x="450674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43"/>
            <p:cNvSpPr/>
            <p:nvPr/>
          </p:nvSpPr>
          <p:spPr>
            <a:xfrm>
              <a:off x="412464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43"/>
            <p:cNvSpPr/>
            <p:nvPr/>
          </p:nvSpPr>
          <p:spPr>
            <a:xfrm>
              <a:off x="4124643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43"/>
            <p:cNvSpPr/>
            <p:nvPr/>
          </p:nvSpPr>
          <p:spPr>
            <a:xfrm>
              <a:off x="3742539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43"/>
            <p:cNvSpPr/>
            <p:nvPr/>
          </p:nvSpPr>
          <p:spPr>
            <a:xfrm>
              <a:off x="3742539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43"/>
            <p:cNvSpPr/>
            <p:nvPr/>
          </p:nvSpPr>
          <p:spPr>
            <a:xfrm>
              <a:off x="3933591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43"/>
            <p:cNvSpPr/>
            <p:nvPr/>
          </p:nvSpPr>
          <p:spPr>
            <a:xfrm>
              <a:off x="3933591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43"/>
            <p:cNvSpPr/>
            <p:nvPr/>
          </p:nvSpPr>
          <p:spPr>
            <a:xfrm>
              <a:off x="3551488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43"/>
            <p:cNvSpPr/>
            <p:nvPr/>
          </p:nvSpPr>
          <p:spPr>
            <a:xfrm>
              <a:off x="3169384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43"/>
            <p:cNvSpPr/>
            <p:nvPr/>
          </p:nvSpPr>
          <p:spPr>
            <a:xfrm>
              <a:off x="3360436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43"/>
            <p:cNvSpPr/>
            <p:nvPr/>
          </p:nvSpPr>
          <p:spPr>
            <a:xfrm>
              <a:off x="3360436" y="592098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43"/>
            <p:cNvSpPr/>
            <p:nvPr/>
          </p:nvSpPr>
          <p:spPr>
            <a:xfrm>
              <a:off x="2978333" y="572081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81" name="Google Shape;35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923" y="506252"/>
            <a:ext cx="1397893" cy="184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2" name="Google Shape;358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7711" y="1506500"/>
            <a:ext cx="676888" cy="10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3" name="Google Shape;358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6451" y="405649"/>
            <a:ext cx="908150" cy="114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4" name="Google Shape;358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2350" y="1827212"/>
            <a:ext cx="593532" cy="75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5" name="Google Shape;358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56904" y="903350"/>
            <a:ext cx="841225" cy="60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6" name="Google Shape;358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21404" y="1554462"/>
            <a:ext cx="841225" cy="603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7" name="Google Shape;4797;p67"/>
          <p:cNvSpPr/>
          <p:nvPr/>
        </p:nvSpPr>
        <p:spPr>
          <a:xfrm>
            <a:off x="2943075" y="1366105"/>
            <a:ext cx="3257700" cy="3258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8" name="Google Shape;4798;p67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pic>
        <p:nvPicPr>
          <p:cNvPr id="4799" name="Google Shape;479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250" y="2123401"/>
            <a:ext cx="1101350" cy="1743449"/>
          </a:xfrm>
          <a:prstGeom prst="rect">
            <a:avLst/>
          </a:prstGeom>
          <a:noFill/>
          <a:ln>
            <a:noFill/>
          </a:ln>
        </p:spPr>
      </p:pic>
      <p:sp>
        <p:nvSpPr>
          <p:cNvPr id="4800" name="Google Shape;4800;p67"/>
          <p:cNvSpPr txBox="1"/>
          <p:nvPr/>
        </p:nvSpPr>
        <p:spPr>
          <a:xfrm>
            <a:off x="713423" y="1704621"/>
            <a:ext cx="15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rPr>
              <a:t>THINK FIRST</a:t>
            </a:r>
            <a:endParaRPr sz="2400" b="1">
              <a:solidFill>
                <a:schemeClr val="dk1"/>
              </a:solidFill>
              <a:latin typeface="Alumni Sans Pinstripe"/>
              <a:ea typeface="Alumni Sans Pinstripe"/>
              <a:cs typeface="Alumni Sans Pinstripe"/>
              <a:sym typeface="Alumni Sans Pinstripe"/>
            </a:endParaRPr>
          </a:p>
        </p:txBody>
      </p:sp>
      <p:sp>
        <p:nvSpPr>
          <p:cNvPr id="4801" name="Google Shape;4801;p67"/>
          <p:cNvSpPr txBox="1"/>
          <p:nvPr/>
        </p:nvSpPr>
        <p:spPr>
          <a:xfrm>
            <a:off x="713423" y="2119283"/>
            <a:ext cx="153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Pause before you click or reply</a:t>
            </a:r>
            <a:endParaRPr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</p:txBody>
      </p:sp>
      <p:sp>
        <p:nvSpPr>
          <p:cNvPr id="4802" name="Google Shape;4802;p67"/>
          <p:cNvSpPr txBox="1"/>
          <p:nvPr/>
        </p:nvSpPr>
        <p:spPr>
          <a:xfrm>
            <a:off x="6892913" y="1704600"/>
            <a:ext cx="15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rPr>
              <a:t>USE MFA</a:t>
            </a:r>
            <a:endParaRPr sz="2400" b="1">
              <a:solidFill>
                <a:schemeClr val="dk1"/>
              </a:solidFill>
              <a:latin typeface="Alumni Sans Pinstripe"/>
              <a:ea typeface="Alumni Sans Pinstripe"/>
              <a:cs typeface="Alumni Sans Pinstripe"/>
              <a:sym typeface="Alumni Sans Pinstripe"/>
            </a:endParaRPr>
          </a:p>
        </p:txBody>
      </p:sp>
      <p:sp>
        <p:nvSpPr>
          <p:cNvPr id="4803" name="Google Shape;4803;p67"/>
          <p:cNvSpPr txBox="1"/>
          <p:nvPr/>
        </p:nvSpPr>
        <p:spPr>
          <a:xfrm>
            <a:off x="6892913" y="2119281"/>
            <a:ext cx="153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Add a second step to every login</a:t>
            </a:r>
            <a:endParaRPr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</p:txBody>
      </p:sp>
      <p:sp>
        <p:nvSpPr>
          <p:cNvPr id="4804" name="Google Shape;4804;p67"/>
          <p:cNvSpPr txBox="1"/>
          <p:nvPr/>
        </p:nvSpPr>
        <p:spPr>
          <a:xfrm>
            <a:off x="713423" y="3029401"/>
            <a:ext cx="15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rPr>
              <a:t>VERIFY</a:t>
            </a:r>
            <a:endParaRPr sz="2400" b="1">
              <a:solidFill>
                <a:schemeClr val="dk1"/>
              </a:solidFill>
              <a:latin typeface="Alumni Sans Pinstripe"/>
              <a:ea typeface="Alumni Sans Pinstripe"/>
              <a:cs typeface="Alumni Sans Pinstripe"/>
              <a:sym typeface="Alumni Sans Pinstripe"/>
            </a:endParaRPr>
          </a:p>
        </p:txBody>
      </p:sp>
      <p:sp>
        <p:nvSpPr>
          <p:cNvPr id="4805" name="Google Shape;4805;p67"/>
          <p:cNvSpPr txBox="1"/>
          <p:nvPr/>
        </p:nvSpPr>
        <p:spPr>
          <a:xfrm>
            <a:off x="713412" y="3444998"/>
            <a:ext cx="153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Confirm requests by phone or official app</a:t>
            </a:r>
            <a:endParaRPr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</p:txBody>
      </p:sp>
      <p:sp>
        <p:nvSpPr>
          <p:cNvPr id="4806" name="Google Shape;4806;p67"/>
          <p:cNvSpPr txBox="1"/>
          <p:nvPr/>
        </p:nvSpPr>
        <p:spPr>
          <a:xfrm>
            <a:off x="6892913" y="3029406"/>
            <a:ext cx="153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rPr>
              <a:t>REPORT</a:t>
            </a:r>
            <a:endParaRPr sz="2400" b="1">
              <a:solidFill>
                <a:schemeClr val="dk1"/>
              </a:solidFill>
              <a:latin typeface="Alumni Sans Pinstripe"/>
              <a:ea typeface="Alumni Sans Pinstripe"/>
              <a:cs typeface="Alumni Sans Pinstripe"/>
              <a:sym typeface="Alumni Sans Pinstripe"/>
            </a:endParaRPr>
          </a:p>
        </p:txBody>
      </p:sp>
      <p:sp>
        <p:nvSpPr>
          <p:cNvPr id="4807" name="Google Shape;4807;p67"/>
          <p:cNvSpPr txBox="1"/>
          <p:nvPr/>
        </p:nvSpPr>
        <p:spPr>
          <a:xfrm>
            <a:off x="6892913" y="3444986"/>
            <a:ext cx="1537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Forward suspicious mail to IT security</a:t>
            </a:r>
            <a:endParaRPr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</p:txBody>
      </p:sp>
      <p:sp>
        <p:nvSpPr>
          <p:cNvPr id="4808" name="Google Shape;4808;p67"/>
          <p:cNvSpPr/>
          <p:nvPr/>
        </p:nvSpPr>
        <p:spPr>
          <a:xfrm>
            <a:off x="2511638" y="1704967"/>
            <a:ext cx="1101300" cy="11019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9" name="Google Shape;4809;p67"/>
          <p:cNvSpPr/>
          <p:nvPr/>
        </p:nvSpPr>
        <p:spPr>
          <a:xfrm>
            <a:off x="2511638" y="3029392"/>
            <a:ext cx="1101300" cy="11019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0" name="Google Shape;4810;p67"/>
          <p:cNvSpPr/>
          <p:nvPr/>
        </p:nvSpPr>
        <p:spPr>
          <a:xfrm>
            <a:off x="5531063" y="1704967"/>
            <a:ext cx="1101300" cy="11019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1" name="Google Shape;4811;p67"/>
          <p:cNvSpPr/>
          <p:nvPr/>
        </p:nvSpPr>
        <p:spPr>
          <a:xfrm>
            <a:off x="5531063" y="3029392"/>
            <a:ext cx="1101300" cy="11019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2" name="Google Shape;4812;p67"/>
          <p:cNvSpPr/>
          <p:nvPr/>
        </p:nvSpPr>
        <p:spPr>
          <a:xfrm>
            <a:off x="5901535" y="2076501"/>
            <a:ext cx="360356" cy="358831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13" name="Google Shape;4813;p67"/>
          <p:cNvGrpSpPr/>
          <p:nvPr/>
        </p:nvGrpSpPr>
        <p:grpSpPr>
          <a:xfrm>
            <a:off x="2958496" y="3400545"/>
            <a:ext cx="207582" cy="359594"/>
            <a:chOff x="2656082" y="2287427"/>
            <a:chExt cx="207582" cy="359594"/>
          </a:xfrm>
        </p:grpSpPr>
        <p:sp>
          <p:nvSpPr>
            <p:cNvPr id="4814" name="Google Shape;4814;p67"/>
            <p:cNvSpPr/>
            <p:nvPr/>
          </p:nvSpPr>
          <p:spPr>
            <a:xfrm>
              <a:off x="2656082" y="2287427"/>
              <a:ext cx="207582" cy="359594"/>
            </a:xfrm>
            <a:custGeom>
              <a:avLst/>
              <a:gdLst/>
              <a:ahLst/>
              <a:cxnLst/>
              <a:rect l="l" t="t" r="r" b="b"/>
              <a:pathLst>
                <a:path w="6537" h="11324" extrusionOk="0">
                  <a:moveTo>
                    <a:pt x="5704" y="334"/>
                  </a:moveTo>
                  <a:cubicBezTo>
                    <a:pt x="5965" y="334"/>
                    <a:pt x="6192" y="561"/>
                    <a:pt x="6192" y="834"/>
                  </a:cubicBezTo>
                  <a:lnTo>
                    <a:pt x="6192" y="1323"/>
                  </a:lnTo>
                  <a:lnTo>
                    <a:pt x="346" y="1323"/>
                  </a:lnTo>
                  <a:lnTo>
                    <a:pt x="346" y="834"/>
                  </a:lnTo>
                  <a:cubicBezTo>
                    <a:pt x="346" y="561"/>
                    <a:pt x="560" y="334"/>
                    <a:pt x="834" y="334"/>
                  </a:cubicBezTo>
                  <a:close/>
                  <a:moveTo>
                    <a:pt x="6192" y="1644"/>
                  </a:moveTo>
                  <a:lnTo>
                    <a:pt x="6192" y="8990"/>
                  </a:lnTo>
                  <a:lnTo>
                    <a:pt x="1501" y="8990"/>
                  </a:lnTo>
                  <a:cubicBezTo>
                    <a:pt x="1405" y="8990"/>
                    <a:pt x="1334" y="9062"/>
                    <a:pt x="1334" y="9145"/>
                  </a:cubicBezTo>
                  <a:cubicBezTo>
                    <a:pt x="1334" y="9240"/>
                    <a:pt x="1405" y="9312"/>
                    <a:pt x="1501" y="9312"/>
                  </a:cubicBezTo>
                  <a:lnTo>
                    <a:pt x="6192" y="9312"/>
                  </a:lnTo>
                  <a:lnTo>
                    <a:pt x="6192" y="10478"/>
                  </a:lnTo>
                  <a:cubicBezTo>
                    <a:pt x="6192" y="10740"/>
                    <a:pt x="5965" y="10967"/>
                    <a:pt x="5704" y="10967"/>
                  </a:cubicBezTo>
                  <a:lnTo>
                    <a:pt x="834" y="10967"/>
                  </a:lnTo>
                  <a:cubicBezTo>
                    <a:pt x="560" y="10967"/>
                    <a:pt x="346" y="10740"/>
                    <a:pt x="346" y="10478"/>
                  </a:cubicBezTo>
                  <a:lnTo>
                    <a:pt x="346" y="9312"/>
                  </a:lnTo>
                  <a:lnTo>
                    <a:pt x="834" y="9312"/>
                  </a:lnTo>
                  <a:cubicBezTo>
                    <a:pt x="917" y="9312"/>
                    <a:pt x="1001" y="9240"/>
                    <a:pt x="1001" y="9145"/>
                  </a:cubicBezTo>
                  <a:cubicBezTo>
                    <a:pt x="1001" y="9062"/>
                    <a:pt x="917" y="8990"/>
                    <a:pt x="834" y="8990"/>
                  </a:cubicBezTo>
                  <a:lnTo>
                    <a:pt x="346" y="8990"/>
                  </a:lnTo>
                  <a:lnTo>
                    <a:pt x="346" y="1644"/>
                  </a:lnTo>
                  <a:close/>
                  <a:moveTo>
                    <a:pt x="834" y="1"/>
                  </a:moveTo>
                  <a:cubicBezTo>
                    <a:pt x="370" y="1"/>
                    <a:pt x="0" y="370"/>
                    <a:pt x="0" y="834"/>
                  </a:cubicBezTo>
                  <a:lnTo>
                    <a:pt x="0" y="10490"/>
                  </a:lnTo>
                  <a:cubicBezTo>
                    <a:pt x="0" y="10955"/>
                    <a:pt x="370" y="11324"/>
                    <a:pt x="834" y="11324"/>
                  </a:cubicBezTo>
                  <a:lnTo>
                    <a:pt x="5704" y="11324"/>
                  </a:lnTo>
                  <a:cubicBezTo>
                    <a:pt x="6156" y="11324"/>
                    <a:pt x="6537" y="10955"/>
                    <a:pt x="6537" y="10490"/>
                  </a:cubicBezTo>
                  <a:lnTo>
                    <a:pt x="6537" y="834"/>
                  </a:lnTo>
                  <a:cubicBezTo>
                    <a:pt x="6513" y="370"/>
                    <a:pt x="6144" y="1"/>
                    <a:pt x="5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5" name="Google Shape;4815;p67"/>
            <p:cNvSpPr/>
            <p:nvPr/>
          </p:nvSpPr>
          <p:spPr>
            <a:xfrm>
              <a:off x="2754395" y="2308608"/>
              <a:ext cx="31787" cy="10257"/>
            </a:xfrm>
            <a:custGeom>
              <a:avLst/>
              <a:gdLst/>
              <a:ahLst/>
              <a:cxnLst/>
              <a:rect l="l" t="t" r="r" b="b"/>
              <a:pathLst>
                <a:path w="1001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834" y="322"/>
                  </a:lnTo>
                  <a:cubicBezTo>
                    <a:pt x="917" y="322"/>
                    <a:pt x="1000" y="251"/>
                    <a:pt x="1000" y="167"/>
                  </a:cubicBezTo>
                  <a:cubicBezTo>
                    <a:pt x="1000" y="72"/>
                    <a:pt x="917" y="1"/>
                    <a:pt x="8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6" name="Google Shape;4816;p67"/>
            <p:cNvSpPr/>
            <p:nvPr/>
          </p:nvSpPr>
          <p:spPr>
            <a:xfrm>
              <a:off x="2743789" y="2594053"/>
              <a:ext cx="31406" cy="31056"/>
            </a:xfrm>
            <a:custGeom>
              <a:avLst/>
              <a:gdLst/>
              <a:ahLst/>
              <a:cxnLst/>
              <a:rect l="l" t="t" r="r" b="b"/>
              <a:pathLst>
                <a:path w="989" h="978" extrusionOk="0">
                  <a:moveTo>
                    <a:pt x="501" y="322"/>
                  </a:moveTo>
                  <a:cubicBezTo>
                    <a:pt x="584" y="322"/>
                    <a:pt x="656" y="406"/>
                    <a:pt x="656" y="489"/>
                  </a:cubicBezTo>
                  <a:cubicBezTo>
                    <a:pt x="656" y="584"/>
                    <a:pt x="584" y="656"/>
                    <a:pt x="501" y="656"/>
                  </a:cubicBezTo>
                  <a:cubicBezTo>
                    <a:pt x="406" y="656"/>
                    <a:pt x="334" y="584"/>
                    <a:pt x="334" y="489"/>
                  </a:cubicBezTo>
                  <a:cubicBezTo>
                    <a:pt x="334" y="406"/>
                    <a:pt x="406" y="322"/>
                    <a:pt x="501" y="322"/>
                  </a:cubicBezTo>
                  <a:close/>
                  <a:moveTo>
                    <a:pt x="501" y="1"/>
                  </a:moveTo>
                  <a:cubicBezTo>
                    <a:pt x="227" y="1"/>
                    <a:pt x="1" y="227"/>
                    <a:pt x="1" y="489"/>
                  </a:cubicBezTo>
                  <a:cubicBezTo>
                    <a:pt x="1" y="763"/>
                    <a:pt x="227" y="977"/>
                    <a:pt x="501" y="977"/>
                  </a:cubicBezTo>
                  <a:cubicBezTo>
                    <a:pt x="763" y="977"/>
                    <a:pt x="989" y="763"/>
                    <a:pt x="989" y="489"/>
                  </a:cubicBezTo>
                  <a:cubicBezTo>
                    <a:pt x="989" y="227"/>
                    <a:pt x="775" y="1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7" name="Google Shape;4817;p67"/>
            <p:cNvSpPr/>
            <p:nvPr/>
          </p:nvSpPr>
          <p:spPr>
            <a:xfrm>
              <a:off x="2733596" y="2308608"/>
              <a:ext cx="10225" cy="10257"/>
            </a:xfrm>
            <a:custGeom>
              <a:avLst/>
              <a:gdLst/>
              <a:ahLst/>
              <a:cxnLst/>
              <a:rect l="l" t="t" r="r" b="b"/>
              <a:pathLst>
                <a:path w="322" h="323" extrusionOk="0">
                  <a:moveTo>
                    <a:pt x="155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51"/>
                    <a:pt x="72" y="322"/>
                    <a:pt x="155" y="322"/>
                  </a:cubicBezTo>
                  <a:cubicBezTo>
                    <a:pt x="250" y="322"/>
                    <a:pt x="322" y="251"/>
                    <a:pt x="322" y="167"/>
                  </a:cubicBez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8" name="Google Shape;4818;p67"/>
          <p:cNvGrpSpPr/>
          <p:nvPr/>
        </p:nvGrpSpPr>
        <p:grpSpPr>
          <a:xfrm>
            <a:off x="5891516" y="3398783"/>
            <a:ext cx="380393" cy="363118"/>
            <a:chOff x="4126815" y="2760704"/>
            <a:chExt cx="380393" cy="363118"/>
          </a:xfrm>
        </p:grpSpPr>
        <p:sp>
          <p:nvSpPr>
            <p:cNvPr id="4819" name="Google Shape;4819;p67"/>
            <p:cNvSpPr/>
            <p:nvPr/>
          </p:nvSpPr>
          <p:spPr>
            <a:xfrm>
              <a:off x="4219825" y="2822435"/>
              <a:ext cx="103267" cy="29056"/>
            </a:xfrm>
            <a:custGeom>
              <a:avLst/>
              <a:gdLst/>
              <a:ahLst/>
              <a:cxnLst/>
              <a:rect l="l" t="t" r="r" b="b"/>
              <a:pathLst>
                <a:path w="3252" h="915" extrusionOk="0">
                  <a:moveTo>
                    <a:pt x="1620" y="0"/>
                  </a:moveTo>
                  <a:cubicBezTo>
                    <a:pt x="1025" y="0"/>
                    <a:pt x="477" y="215"/>
                    <a:pt x="60" y="631"/>
                  </a:cubicBezTo>
                  <a:cubicBezTo>
                    <a:pt x="1" y="691"/>
                    <a:pt x="1" y="810"/>
                    <a:pt x="60" y="869"/>
                  </a:cubicBezTo>
                  <a:cubicBezTo>
                    <a:pt x="90" y="899"/>
                    <a:pt x="132" y="914"/>
                    <a:pt x="175" y="914"/>
                  </a:cubicBezTo>
                  <a:cubicBezTo>
                    <a:pt x="218" y="914"/>
                    <a:pt x="263" y="899"/>
                    <a:pt x="298" y="869"/>
                  </a:cubicBezTo>
                  <a:cubicBezTo>
                    <a:pt x="656" y="512"/>
                    <a:pt x="1120" y="322"/>
                    <a:pt x="1620" y="322"/>
                  </a:cubicBezTo>
                  <a:cubicBezTo>
                    <a:pt x="2132" y="322"/>
                    <a:pt x="2596" y="512"/>
                    <a:pt x="2953" y="869"/>
                  </a:cubicBezTo>
                  <a:cubicBezTo>
                    <a:pt x="2983" y="899"/>
                    <a:pt x="3028" y="914"/>
                    <a:pt x="3073" y="914"/>
                  </a:cubicBezTo>
                  <a:cubicBezTo>
                    <a:pt x="3117" y="914"/>
                    <a:pt x="3162" y="899"/>
                    <a:pt x="3192" y="869"/>
                  </a:cubicBezTo>
                  <a:cubicBezTo>
                    <a:pt x="3251" y="810"/>
                    <a:pt x="3251" y="691"/>
                    <a:pt x="3192" y="631"/>
                  </a:cubicBezTo>
                  <a:cubicBezTo>
                    <a:pt x="2775" y="215"/>
                    <a:pt x="2215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0" name="Google Shape;4820;p67"/>
            <p:cNvSpPr/>
            <p:nvPr/>
          </p:nvSpPr>
          <p:spPr>
            <a:xfrm>
              <a:off x="4126815" y="2760704"/>
              <a:ext cx="380393" cy="363118"/>
            </a:xfrm>
            <a:custGeom>
              <a:avLst/>
              <a:gdLst/>
              <a:ahLst/>
              <a:cxnLst/>
              <a:rect l="l" t="t" r="r" b="b"/>
              <a:pathLst>
                <a:path w="11979" h="11435" extrusionOk="0">
                  <a:moveTo>
                    <a:pt x="7621" y="6921"/>
                  </a:moveTo>
                  <a:lnTo>
                    <a:pt x="8061" y="7373"/>
                  </a:lnTo>
                  <a:lnTo>
                    <a:pt x="7787" y="7659"/>
                  </a:lnTo>
                  <a:lnTo>
                    <a:pt x="7335" y="7207"/>
                  </a:lnTo>
                  <a:cubicBezTo>
                    <a:pt x="7442" y="7123"/>
                    <a:pt x="7526" y="7016"/>
                    <a:pt x="7621" y="6921"/>
                  </a:cubicBezTo>
                  <a:close/>
                  <a:moveTo>
                    <a:pt x="4552" y="328"/>
                  </a:moveTo>
                  <a:cubicBezTo>
                    <a:pt x="5525" y="328"/>
                    <a:pt x="6496" y="700"/>
                    <a:pt x="7228" y="1444"/>
                  </a:cubicBezTo>
                  <a:cubicBezTo>
                    <a:pt x="8645" y="2861"/>
                    <a:pt x="8704" y="5076"/>
                    <a:pt x="7466" y="6564"/>
                  </a:cubicBezTo>
                  <a:cubicBezTo>
                    <a:pt x="7311" y="6766"/>
                    <a:pt x="7156" y="6909"/>
                    <a:pt x="6978" y="7064"/>
                  </a:cubicBezTo>
                  <a:cubicBezTo>
                    <a:pt x="6279" y="7651"/>
                    <a:pt x="5417" y="7944"/>
                    <a:pt x="4554" y="7944"/>
                  </a:cubicBezTo>
                  <a:cubicBezTo>
                    <a:pt x="3579" y="7944"/>
                    <a:pt x="2603" y="7571"/>
                    <a:pt x="1858" y="6826"/>
                  </a:cubicBezTo>
                  <a:cubicBezTo>
                    <a:pt x="370" y="5338"/>
                    <a:pt x="370" y="2921"/>
                    <a:pt x="1858" y="1444"/>
                  </a:cubicBezTo>
                  <a:cubicBezTo>
                    <a:pt x="2602" y="700"/>
                    <a:pt x="3579" y="328"/>
                    <a:pt x="4552" y="328"/>
                  </a:cubicBezTo>
                  <a:close/>
                  <a:moveTo>
                    <a:pt x="8518" y="7440"/>
                  </a:moveTo>
                  <a:cubicBezTo>
                    <a:pt x="8550" y="7440"/>
                    <a:pt x="8580" y="7453"/>
                    <a:pt x="8597" y="7481"/>
                  </a:cubicBezTo>
                  <a:lnTo>
                    <a:pt x="9061" y="7897"/>
                  </a:lnTo>
                  <a:lnTo>
                    <a:pt x="8276" y="8683"/>
                  </a:lnTo>
                  <a:lnTo>
                    <a:pt x="7883" y="8195"/>
                  </a:lnTo>
                  <a:cubicBezTo>
                    <a:pt x="7847" y="8135"/>
                    <a:pt x="7847" y="8052"/>
                    <a:pt x="7883" y="8016"/>
                  </a:cubicBezTo>
                  <a:lnTo>
                    <a:pt x="8418" y="7481"/>
                  </a:lnTo>
                  <a:cubicBezTo>
                    <a:pt x="8444" y="7456"/>
                    <a:pt x="8482" y="7440"/>
                    <a:pt x="8518" y="7440"/>
                  </a:cubicBezTo>
                  <a:close/>
                  <a:moveTo>
                    <a:pt x="9335" y="8100"/>
                  </a:moveTo>
                  <a:lnTo>
                    <a:pt x="11252" y="9779"/>
                  </a:lnTo>
                  <a:cubicBezTo>
                    <a:pt x="11574" y="10064"/>
                    <a:pt x="11597" y="10576"/>
                    <a:pt x="11276" y="10886"/>
                  </a:cubicBezTo>
                  <a:cubicBezTo>
                    <a:pt x="11128" y="11033"/>
                    <a:pt x="10940" y="11105"/>
                    <a:pt x="10752" y="11105"/>
                  </a:cubicBezTo>
                  <a:cubicBezTo>
                    <a:pt x="10544" y="11105"/>
                    <a:pt x="10336" y="11018"/>
                    <a:pt x="10181" y="10850"/>
                  </a:cubicBezTo>
                  <a:lnTo>
                    <a:pt x="8514" y="8921"/>
                  </a:lnTo>
                  <a:lnTo>
                    <a:pt x="9335" y="8100"/>
                  </a:lnTo>
                  <a:close/>
                  <a:moveTo>
                    <a:pt x="4543" y="1"/>
                  </a:moveTo>
                  <a:cubicBezTo>
                    <a:pt x="3483" y="1"/>
                    <a:pt x="2424" y="402"/>
                    <a:pt x="1620" y="1206"/>
                  </a:cubicBezTo>
                  <a:cubicBezTo>
                    <a:pt x="1" y="2837"/>
                    <a:pt x="1" y="5457"/>
                    <a:pt x="1620" y="7064"/>
                  </a:cubicBezTo>
                  <a:cubicBezTo>
                    <a:pt x="2431" y="7875"/>
                    <a:pt x="3489" y="8272"/>
                    <a:pt x="4543" y="8272"/>
                  </a:cubicBezTo>
                  <a:cubicBezTo>
                    <a:pt x="5440" y="8272"/>
                    <a:pt x="6334" y="7985"/>
                    <a:pt x="7073" y="7421"/>
                  </a:cubicBezTo>
                  <a:lnTo>
                    <a:pt x="7561" y="7909"/>
                  </a:lnTo>
                  <a:cubicBezTo>
                    <a:pt x="7490" y="8076"/>
                    <a:pt x="7502" y="8278"/>
                    <a:pt x="7633" y="8409"/>
                  </a:cubicBezTo>
                  <a:lnTo>
                    <a:pt x="9954" y="11064"/>
                  </a:lnTo>
                  <a:cubicBezTo>
                    <a:pt x="10171" y="11312"/>
                    <a:pt x="10471" y="11434"/>
                    <a:pt x="10771" y="11434"/>
                  </a:cubicBezTo>
                  <a:cubicBezTo>
                    <a:pt x="11049" y="11434"/>
                    <a:pt x="11326" y="11330"/>
                    <a:pt x="11538" y="11124"/>
                  </a:cubicBezTo>
                  <a:cubicBezTo>
                    <a:pt x="11978" y="10671"/>
                    <a:pt x="11955" y="9945"/>
                    <a:pt x="11478" y="9540"/>
                  </a:cubicBezTo>
                  <a:lnTo>
                    <a:pt x="8823" y="7219"/>
                  </a:lnTo>
                  <a:cubicBezTo>
                    <a:pt x="8737" y="7139"/>
                    <a:pt x="8629" y="7104"/>
                    <a:pt x="8522" y="7104"/>
                  </a:cubicBezTo>
                  <a:cubicBezTo>
                    <a:pt x="8453" y="7104"/>
                    <a:pt x="8384" y="7119"/>
                    <a:pt x="8323" y="7147"/>
                  </a:cubicBezTo>
                  <a:lnTo>
                    <a:pt x="7823" y="6659"/>
                  </a:lnTo>
                  <a:cubicBezTo>
                    <a:pt x="9073" y="5052"/>
                    <a:pt x="8978" y="2694"/>
                    <a:pt x="7466" y="1206"/>
                  </a:cubicBezTo>
                  <a:cubicBezTo>
                    <a:pt x="6662" y="402"/>
                    <a:pt x="5603" y="1"/>
                    <a:pt x="45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1" name="Google Shape;4821;p67"/>
            <p:cNvSpPr/>
            <p:nvPr/>
          </p:nvSpPr>
          <p:spPr>
            <a:xfrm>
              <a:off x="4278826" y="2791379"/>
              <a:ext cx="103998" cy="201962"/>
            </a:xfrm>
            <a:custGeom>
              <a:avLst/>
              <a:gdLst/>
              <a:ahLst/>
              <a:cxnLst/>
              <a:rect l="l" t="t" r="r" b="b"/>
              <a:pathLst>
                <a:path w="3275" h="6360" extrusionOk="0">
                  <a:moveTo>
                    <a:pt x="191" y="0"/>
                  </a:moveTo>
                  <a:cubicBezTo>
                    <a:pt x="106" y="0"/>
                    <a:pt x="35" y="59"/>
                    <a:pt x="24" y="157"/>
                  </a:cubicBezTo>
                  <a:cubicBezTo>
                    <a:pt x="0" y="264"/>
                    <a:pt x="60" y="335"/>
                    <a:pt x="167" y="347"/>
                  </a:cubicBezTo>
                  <a:cubicBezTo>
                    <a:pt x="798" y="442"/>
                    <a:pt x="1345" y="716"/>
                    <a:pt x="1786" y="1169"/>
                  </a:cubicBezTo>
                  <a:cubicBezTo>
                    <a:pt x="2905" y="2288"/>
                    <a:pt x="2905" y="4110"/>
                    <a:pt x="1786" y="5229"/>
                  </a:cubicBezTo>
                  <a:cubicBezTo>
                    <a:pt x="1345" y="5645"/>
                    <a:pt x="774" y="5931"/>
                    <a:pt x="167" y="6015"/>
                  </a:cubicBezTo>
                  <a:cubicBezTo>
                    <a:pt x="83" y="6038"/>
                    <a:pt x="24" y="6122"/>
                    <a:pt x="24" y="6217"/>
                  </a:cubicBezTo>
                  <a:cubicBezTo>
                    <a:pt x="36" y="6300"/>
                    <a:pt x="107" y="6360"/>
                    <a:pt x="179" y="6360"/>
                  </a:cubicBezTo>
                  <a:lnTo>
                    <a:pt x="214" y="6360"/>
                  </a:lnTo>
                  <a:cubicBezTo>
                    <a:pt x="917" y="6253"/>
                    <a:pt x="1536" y="5943"/>
                    <a:pt x="2024" y="5455"/>
                  </a:cubicBezTo>
                  <a:cubicBezTo>
                    <a:pt x="3274" y="4205"/>
                    <a:pt x="3274" y="2169"/>
                    <a:pt x="2024" y="919"/>
                  </a:cubicBezTo>
                  <a:cubicBezTo>
                    <a:pt x="1536" y="419"/>
                    <a:pt x="917" y="109"/>
                    <a:pt x="214" y="2"/>
                  </a:cubicBezTo>
                  <a:cubicBezTo>
                    <a:pt x="206" y="1"/>
                    <a:pt x="198" y="0"/>
                    <a:pt x="1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2" name="Google Shape;4822;p67"/>
            <p:cNvSpPr/>
            <p:nvPr/>
          </p:nvSpPr>
          <p:spPr>
            <a:xfrm>
              <a:off x="4159332" y="2791379"/>
              <a:ext cx="105903" cy="201962"/>
            </a:xfrm>
            <a:custGeom>
              <a:avLst/>
              <a:gdLst/>
              <a:ahLst/>
              <a:cxnLst/>
              <a:rect l="l" t="t" r="r" b="b"/>
              <a:pathLst>
                <a:path w="3335" h="6360" extrusionOk="0">
                  <a:moveTo>
                    <a:pt x="3162" y="1"/>
                  </a:moveTo>
                  <a:cubicBezTo>
                    <a:pt x="3156" y="1"/>
                    <a:pt x="3150" y="1"/>
                    <a:pt x="3144" y="2"/>
                  </a:cubicBezTo>
                  <a:cubicBezTo>
                    <a:pt x="2430" y="61"/>
                    <a:pt x="1775" y="383"/>
                    <a:pt x="1251" y="895"/>
                  </a:cubicBezTo>
                  <a:cubicBezTo>
                    <a:pt x="1" y="2145"/>
                    <a:pt x="1" y="4193"/>
                    <a:pt x="1251" y="5443"/>
                  </a:cubicBezTo>
                  <a:cubicBezTo>
                    <a:pt x="1775" y="5955"/>
                    <a:pt x="2430" y="6277"/>
                    <a:pt x="3144" y="6360"/>
                  </a:cubicBezTo>
                  <a:lnTo>
                    <a:pt x="3156" y="6360"/>
                  </a:lnTo>
                  <a:cubicBezTo>
                    <a:pt x="3251" y="6360"/>
                    <a:pt x="3311" y="6300"/>
                    <a:pt x="3323" y="6217"/>
                  </a:cubicBezTo>
                  <a:cubicBezTo>
                    <a:pt x="3334" y="6122"/>
                    <a:pt x="3263" y="6038"/>
                    <a:pt x="3168" y="6038"/>
                  </a:cubicBezTo>
                  <a:cubicBezTo>
                    <a:pt x="2537" y="5955"/>
                    <a:pt x="1941" y="5681"/>
                    <a:pt x="1477" y="5217"/>
                  </a:cubicBezTo>
                  <a:cubicBezTo>
                    <a:pt x="358" y="4098"/>
                    <a:pt x="358" y="2264"/>
                    <a:pt x="1477" y="1157"/>
                  </a:cubicBezTo>
                  <a:cubicBezTo>
                    <a:pt x="1941" y="692"/>
                    <a:pt x="2513" y="407"/>
                    <a:pt x="3168" y="335"/>
                  </a:cubicBezTo>
                  <a:cubicBezTo>
                    <a:pt x="3263" y="311"/>
                    <a:pt x="3334" y="240"/>
                    <a:pt x="3323" y="157"/>
                  </a:cubicBezTo>
                  <a:cubicBezTo>
                    <a:pt x="3312" y="68"/>
                    <a:pt x="3239" y="1"/>
                    <a:pt x="31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23" name="Google Shape;4823;p67"/>
          <p:cNvSpPr/>
          <p:nvPr/>
        </p:nvSpPr>
        <p:spPr>
          <a:xfrm>
            <a:off x="2900639" y="2095523"/>
            <a:ext cx="323298" cy="320789"/>
          </a:xfrm>
          <a:custGeom>
            <a:avLst/>
            <a:gdLst/>
            <a:ahLst/>
            <a:cxnLst/>
            <a:rect l="l" t="t" r="r" b="b"/>
            <a:pathLst>
              <a:path w="10181" h="10102" extrusionOk="0">
                <a:moveTo>
                  <a:pt x="2632" y="410"/>
                </a:moveTo>
                <a:lnTo>
                  <a:pt x="4085" y="2863"/>
                </a:lnTo>
                <a:lnTo>
                  <a:pt x="3311" y="3327"/>
                </a:lnTo>
                <a:lnTo>
                  <a:pt x="1858" y="874"/>
                </a:lnTo>
                <a:lnTo>
                  <a:pt x="2632" y="410"/>
                </a:lnTo>
                <a:close/>
                <a:moveTo>
                  <a:pt x="2715" y="0"/>
                </a:moveTo>
                <a:cubicBezTo>
                  <a:pt x="2684" y="0"/>
                  <a:pt x="2655" y="12"/>
                  <a:pt x="2620" y="29"/>
                </a:cubicBezTo>
                <a:lnTo>
                  <a:pt x="1537" y="660"/>
                </a:lnTo>
                <a:cubicBezTo>
                  <a:pt x="1442" y="708"/>
                  <a:pt x="1418" y="827"/>
                  <a:pt x="1477" y="922"/>
                </a:cubicBezTo>
                <a:lnTo>
                  <a:pt x="1573" y="1101"/>
                </a:lnTo>
                <a:lnTo>
                  <a:pt x="1132" y="1339"/>
                </a:lnTo>
                <a:cubicBezTo>
                  <a:pt x="668" y="1577"/>
                  <a:pt x="322" y="1993"/>
                  <a:pt x="168" y="2482"/>
                </a:cubicBezTo>
                <a:cubicBezTo>
                  <a:pt x="1" y="2982"/>
                  <a:pt x="49" y="3506"/>
                  <a:pt x="263" y="3982"/>
                </a:cubicBezTo>
                <a:cubicBezTo>
                  <a:pt x="489" y="4446"/>
                  <a:pt x="1180" y="5220"/>
                  <a:pt x="1692" y="5803"/>
                </a:cubicBezTo>
                <a:cubicBezTo>
                  <a:pt x="1727" y="5839"/>
                  <a:pt x="1787" y="5863"/>
                  <a:pt x="1835" y="5863"/>
                </a:cubicBezTo>
                <a:cubicBezTo>
                  <a:pt x="1870" y="5863"/>
                  <a:pt x="1918" y="5839"/>
                  <a:pt x="1954" y="5815"/>
                </a:cubicBezTo>
                <a:cubicBezTo>
                  <a:pt x="2025" y="5744"/>
                  <a:pt x="2025" y="5637"/>
                  <a:pt x="1965" y="5565"/>
                </a:cubicBezTo>
                <a:cubicBezTo>
                  <a:pt x="1251" y="4768"/>
                  <a:pt x="763" y="4149"/>
                  <a:pt x="596" y="3815"/>
                </a:cubicBezTo>
                <a:cubicBezTo>
                  <a:pt x="203" y="3029"/>
                  <a:pt x="525" y="2065"/>
                  <a:pt x="1299" y="1648"/>
                </a:cubicBezTo>
                <a:lnTo>
                  <a:pt x="1751" y="1410"/>
                </a:lnTo>
                <a:lnTo>
                  <a:pt x="2763" y="3125"/>
                </a:lnTo>
                <a:cubicBezTo>
                  <a:pt x="2668" y="3160"/>
                  <a:pt x="2573" y="3220"/>
                  <a:pt x="2501" y="3303"/>
                </a:cubicBezTo>
                <a:cubicBezTo>
                  <a:pt x="2096" y="3660"/>
                  <a:pt x="2037" y="4232"/>
                  <a:pt x="2346" y="4672"/>
                </a:cubicBezTo>
                <a:cubicBezTo>
                  <a:pt x="2513" y="4887"/>
                  <a:pt x="5299" y="7685"/>
                  <a:pt x="5525" y="7839"/>
                </a:cubicBezTo>
                <a:cubicBezTo>
                  <a:pt x="5704" y="7970"/>
                  <a:pt x="5906" y="8030"/>
                  <a:pt x="6133" y="8030"/>
                </a:cubicBezTo>
                <a:cubicBezTo>
                  <a:pt x="6418" y="8030"/>
                  <a:pt x="6692" y="7911"/>
                  <a:pt x="6907" y="7673"/>
                </a:cubicBezTo>
                <a:cubicBezTo>
                  <a:pt x="6978" y="7601"/>
                  <a:pt x="7038" y="7494"/>
                  <a:pt x="7085" y="7387"/>
                </a:cubicBezTo>
                <a:lnTo>
                  <a:pt x="8800" y="8399"/>
                </a:lnTo>
                <a:lnTo>
                  <a:pt x="8562" y="8863"/>
                </a:lnTo>
                <a:cubicBezTo>
                  <a:pt x="8267" y="9418"/>
                  <a:pt x="7695" y="9741"/>
                  <a:pt x="7107" y="9741"/>
                </a:cubicBezTo>
                <a:cubicBezTo>
                  <a:pt x="6862" y="9741"/>
                  <a:pt x="6614" y="9685"/>
                  <a:pt x="6383" y="9566"/>
                </a:cubicBezTo>
                <a:cubicBezTo>
                  <a:pt x="5764" y="9256"/>
                  <a:pt x="4097" y="7768"/>
                  <a:pt x="2513" y="6113"/>
                </a:cubicBezTo>
                <a:cubicBezTo>
                  <a:pt x="2477" y="6077"/>
                  <a:pt x="2433" y="6059"/>
                  <a:pt x="2388" y="6059"/>
                </a:cubicBezTo>
                <a:cubicBezTo>
                  <a:pt x="2344" y="6059"/>
                  <a:pt x="2299" y="6077"/>
                  <a:pt x="2263" y="6113"/>
                </a:cubicBezTo>
                <a:cubicBezTo>
                  <a:pt x="2192" y="6184"/>
                  <a:pt x="2192" y="6292"/>
                  <a:pt x="2263" y="6363"/>
                </a:cubicBezTo>
                <a:cubicBezTo>
                  <a:pt x="3656" y="7839"/>
                  <a:pt x="5466" y="9518"/>
                  <a:pt x="6240" y="9887"/>
                </a:cubicBezTo>
                <a:cubicBezTo>
                  <a:pt x="6514" y="10030"/>
                  <a:pt x="6811" y="10102"/>
                  <a:pt x="7109" y="10102"/>
                </a:cubicBezTo>
                <a:cubicBezTo>
                  <a:pt x="7323" y="10102"/>
                  <a:pt x="7526" y="10066"/>
                  <a:pt x="7740" y="9994"/>
                </a:cubicBezTo>
                <a:cubicBezTo>
                  <a:pt x="8240" y="9828"/>
                  <a:pt x="8645" y="9494"/>
                  <a:pt x="8883" y="9030"/>
                </a:cubicBezTo>
                <a:lnTo>
                  <a:pt x="9121" y="8578"/>
                </a:lnTo>
                <a:lnTo>
                  <a:pt x="9300" y="8685"/>
                </a:lnTo>
                <a:cubicBezTo>
                  <a:pt x="9335" y="8697"/>
                  <a:pt x="9359" y="8721"/>
                  <a:pt x="9395" y="8721"/>
                </a:cubicBezTo>
                <a:cubicBezTo>
                  <a:pt x="9455" y="8721"/>
                  <a:pt x="9514" y="8685"/>
                  <a:pt x="9538" y="8625"/>
                </a:cubicBezTo>
                <a:lnTo>
                  <a:pt x="10181" y="7542"/>
                </a:lnTo>
                <a:cubicBezTo>
                  <a:pt x="10169" y="7494"/>
                  <a:pt x="10169" y="7447"/>
                  <a:pt x="10169" y="7411"/>
                </a:cubicBezTo>
                <a:cubicBezTo>
                  <a:pt x="10157" y="7363"/>
                  <a:pt x="10121" y="7316"/>
                  <a:pt x="10074" y="7304"/>
                </a:cubicBezTo>
                <a:lnTo>
                  <a:pt x="8871" y="6589"/>
                </a:lnTo>
                <a:cubicBezTo>
                  <a:pt x="8845" y="6574"/>
                  <a:pt x="8816" y="6568"/>
                  <a:pt x="8788" y="6568"/>
                </a:cubicBezTo>
                <a:cubicBezTo>
                  <a:pt x="8725" y="6568"/>
                  <a:pt x="8662" y="6600"/>
                  <a:pt x="8621" y="6649"/>
                </a:cubicBezTo>
                <a:cubicBezTo>
                  <a:pt x="8573" y="6732"/>
                  <a:pt x="8609" y="6839"/>
                  <a:pt x="8681" y="6899"/>
                </a:cubicBezTo>
                <a:lnTo>
                  <a:pt x="9740" y="7530"/>
                </a:lnTo>
                <a:lnTo>
                  <a:pt x="9276" y="8304"/>
                </a:lnTo>
                <a:lnTo>
                  <a:pt x="6823" y="6851"/>
                </a:lnTo>
                <a:lnTo>
                  <a:pt x="7276" y="6077"/>
                </a:lnTo>
                <a:lnTo>
                  <a:pt x="8038" y="6530"/>
                </a:lnTo>
                <a:cubicBezTo>
                  <a:pt x="8064" y="6545"/>
                  <a:pt x="8092" y="6551"/>
                  <a:pt x="8121" y="6551"/>
                </a:cubicBezTo>
                <a:cubicBezTo>
                  <a:pt x="8184" y="6551"/>
                  <a:pt x="8247" y="6519"/>
                  <a:pt x="8288" y="6470"/>
                </a:cubicBezTo>
                <a:cubicBezTo>
                  <a:pt x="8335" y="6375"/>
                  <a:pt x="8312" y="6280"/>
                  <a:pt x="8228" y="6220"/>
                </a:cubicBezTo>
                <a:lnTo>
                  <a:pt x="7311" y="5684"/>
                </a:lnTo>
                <a:cubicBezTo>
                  <a:pt x="7281" y="5662"/>
                  <a:pt x="7251" y="5653"/>
                  <a:pt x="7221" y="5653"/>
                </a:cubicBezTo>
                <a:cubicBezTo>
                  <a:pt x="7203" y="5653"/>
                  <a:pt x="7186" y="5656"/>
                  <a:pt x="7169" y="5661"/>
                </a:cubicBezTo>
                <a:cubicBezTo>
                  <a:pt x="7133" y="5684"/>
                  <a:pt x="7085" y="5708"/>
                  <a:pt x="7073" y="5756"/>
                </a:cubicBezTo>
                <a:lnTo>
                  <a:pt x="6430" y="6839"/>
                </a:lnTo>
                <a:cubicBezTo>
                  <a:pt x="6383" y="6935"/>
                  <a:pt x="6418" y="7030"/>
                  <a:pt x="6490" y="7089"/>
                </a:cubicBezTo>
                <a:lnTo>
                  <a:pt x="6728" y="7244"/>
                </a:lnTo>
                <a:lnTo>
                  <a:pt x="6716" y="7268"/>
                </a:lnTo>
                <a:cubicBezTo>
                  <a:pt x="6680" y="7351"/>
                  <a:pt x="6633" y="7411"/>
                  <a:pt x="6597" y="7470"/>
                </a:cubicBezTo>
                <a:cubicBezTo>
                  <a:pt x="6466" y="7615"/>
                  <a:pt x="6284" y="7692"/>
                  <a:pt x="6098" y="7692"/>
                </a:cubicBezTo>
                <a:cubicBezTo>
                  <a:pt x="5962" y="7692"/>
                  <a:pt x="5825" y="7651"/>
                  <a:pt x="5704" y="7566"/>
                </a:cubicBezTo>
                <a:cubicBezTo>
                  <a:pt x="5514" y="7423"/>
                  <a:pt x="2751" y="4672"/>
                  <a:pt x="2608" y="4470"/>
                </a:cubicBezTo>
                <a:cubicBezTo>
                  <a:pt x="2394" y="4196"/>
                  <a:pt x="2442" y="3815"/>
                  <a:pt x="2716" y="3577"/>
                </a:cubicBezTo>
                <a:cubicBezTo>
                  <a:pt x="2775" y="3541"/>
                  <a:pt x="2835" y="3494"/>
                  <a:pt x="2906" y="3458"/>
                </a:cubicBezTo>
                <a:lnTo>
                  <a:pt x="2930" y="3446"/>
                </a:lnTo>
                <a:lnTo>
                  <a:pt x="3085" y="3684"/>
                </a:lnTo>
                <a:cubicBezTo>
                  <a:pt x="3108" y="3744"/>
                  <a:pt x="3168" y="3779"/>
                  <a:pt x="3228" y="3779"/>
                </a:cubicBezTo>
                <a:cubicBezTo>
                  <a:pt x="3263" y="3779"/>
                  <a:pt x="3287" y="3756"/>
                  <a:pt x="3323" y="3744"/>
                </a:cubicBezTo>
                <a:lnTo>
                  <a:pt x="4406" y="3101"/>
                </a:lnTo>
                <a:cubicBezTo>
                  <a:pt x="4454" y="3077"/>
                  <a:pt x="4478" y="3041"/>
                  <a:pt x="4490" y="3006"/>
                </a:cubicBezTo>
                <a:cubicBezTo>
                  <a:pt x="4513" y="2958"/>
                  <a:pt x="4490" y="2910"/>
                  <a:pt x="4478" y="2863"/>
                </a:cubicBezTo>
                <a:lnTo>
                  <a:pt x="2858" y="100"/>
                </a:lnTo>
                <a:cubicBezTo>
                  <a:pt x="2823" y="53"/>
                  <a:pt x="2799" y="29"/>
                  <a:pt x="2751" y="5"/>
                </a:cubicBezTo>
                <a:cubicBezTo>
                  <a:pt x="2739" y="2"/>
                  <a:pt x="2727" y="0"/>
                  <a:pt x="271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SUSPECT PHISHING</a:t>
            </a:r>
            <a:endParaRPr/>
          </a:p>
        </p:txBody>
      </p:sp>
      <p:sp>
        <p:nvSpPr>
          <p:cNvPr id="3602" name="Google Shape;3602;p45"/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you click: hover over links to preview the address, check the sender, and never open unexpected attachments. Keep devices updated and use a password manager, which will not autofill on fake sites.</a:t>
            </a:r>
            <a:endParaRPr/>
          </a:p>
        </p:txBody>
      </p:sp>
      <p:sp>
        <p:nvSpPr>
          <p:cNvPr id="3603" name="Google Shape;3603;p45"/>
          <p:cNvSpPr txBox="1">
            <a:spLocks noGrp="1"/>
          </p:cNvSpPr>
          <p:nvPr>
            <p:ph type="subTitle" idx="2"/>
          </p:nvPr>
        </p:nvSpPr>
        <p:spPr>
          <a:xfrm>
            <a:off x="4770564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already clicked: stop entering data, disconnect the device if you opened a file, change your password from a safe device, turn on MFA and tell IT right away. Fast reporting limits the damage.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p55"/>
          <p:cNvSpPr txBox="1">
            <a:spLocks noGrp="1"/>
          </p:cNvSpPr>
          <p:nvPr>
            <p:ph type="title"/>
          </p:nvPr>
        </p:nvSpPr>
        <p:spPr>
          <a:xfrm>
            <a:off x="1000772" y="2773363"/>
            <a:ext cx="35676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TIME</a:t>
            </a:r>
            <a:endParaRPr/>
          </a:p>
        </p:txBody>
      </p:sp>
      <p:sp>
        <p:nvSpPr>
          <p:cNvPr id="4155" name="Google Shape;4155;p55"/>
          <p:cNvSpPr txBox="1">
            <a:spLocks noGrp="1"/>
          </p:cNvSpPr>
          <p:nvPr>
            <p:ph type="subTitle" idx="1"/>
          </p:nvPr>
        </p:nvSpPr>
        <p:spPr>
          <a:xfrm>
            <a:off x="1410216" y="3586944"/>
            <a:ext cx="2748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what you learned</a:t>
            </a:r>
            <a:endParaRPr/>
          </a:p>
        </p:txBody>
      </p:sp>
      <p:sp>
        <p:nvSpPr>
          <p:cNvPr id="4156" name="Google Shape;4156;p55"/>
          <p:cNvSpPr/>
          <p:nvPr/>
        </p:nvSpPr>
        <p:spPr>
          <a:xfrm>
            <a:off x="1862616" y="843150"/>
            <a:ext cx="1843800" cy="1843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7" name="Google Shape;4157;p55"/>
          <p:cNvGrpSpPr/>
          <p:nvPr/>
        </p:nvGrpSpPr>
        <p:grpSpPr>
          <a:xfrm>
            <a:off x="5221371" y="4023580"/>
            <a:ext cx="2227588" cy="726522"/>
            <a:chOff x="5608450" y="1680311"/>
            <a:chExt cx="1039375" cy="338989"/>
          </a:xfrm>
        </p:grpSpPr>
        <p:sp>
          <p:nvSpPr>
            <p:cNvPr id="4158" name="Google Shape;4158;p5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5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5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5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5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5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5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55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5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5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5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5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55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5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5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55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55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5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5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5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5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5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55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5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5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5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5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5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5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5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5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5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5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5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5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55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4" name="Google Shape;4194;p55"/>
          <p:cNvGrpSpPr/>
          <p:nvPr/>
        </p:nvGrpSpPr>
        <p:grpSpPr>
          <a:xfrm rot="5400000">
            <a:off x="7190880" y="809566"/>
            <a:ext cx="2227589" cy="1527191"/>
            <a:chOff x="5519300" y="372750"/>
            <a:chExt cx="1039375" cy="712575"/>
          </a:xfrm>
        </p:grpSpPr>
        <p:sp>
          <p:nvSpPr>
            <p:cNvPr id="4195" name="Google Shape;4195;p5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5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5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5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5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5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5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5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5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5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5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5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5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5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5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5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5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5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5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5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5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5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5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5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5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5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5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5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5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5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5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5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5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5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5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5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5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5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5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5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5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5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5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5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5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5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5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5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5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5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5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5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5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5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5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5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5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5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5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5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5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5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5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5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5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2" name="Google Shape;4262;p55"/>
          <p:cNvSpPr txBox="1">
            <a:spLocks noGrp="1"/>
          </p:cNvSpPr>
          <p:nvPr>
            <p:ph type="title" idx="2"/>
          </p:nvPr>
        </p:nvSpPr>
        <p:spPr>
          <a:xfrm>
            <a:off x="2160366" y="130633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4263" name="Google Shape;4263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97946" y="6805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4" name="Google Shape;4264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4025" y="3596918"/>
            <a:ext cx="1527200" cy="109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5" name="Google Shape;4265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08150" y="1944682"/>
            <a:ext cx="841200" cy="60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6" name="Google Shape;426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171477" y="1465850"/>
            <a:ext cx="1743550" cy="291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7" name="Google Shape;426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349" y="2720712"/>
            <a:ext cx="936775" cy="123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1</a:t>
            </a:r>
            <a:endParaRPr/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 “IT Support” email says your password expires in 1 hour and asks you to log in via a link.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should you do?</a:t>
            </a:r>
            <a:endParaRPr dirty="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 dirty="0"/>
              <a:t>A) Click and log in quickly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 dirty="0"/>
              <a:t>B) Report it to IT, then delete</a:t>
            </a:r>
            <a:endParaRPr dirty="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 dirty="0"/>
              <a:t>C) Reply to ask if it is real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Pick A, B or C, then see the answers</a:t>
            </a:r>
            <a:endParaRPr dirty="0"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162" y="2331987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9698" y="2040970"/>
            <a:ext cx="841230" cy="13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2</a:t>
            </a:r>
            <a:endParaRPr/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text says your parcel is held and asks for a $1.99 fee at a link.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should you do?</a:t>
            </a:r>
            <a:endParaRPr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A) Pay, it is only $1.99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B) Forward it to friends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C) Check the courier’s official app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Pick A, B or C, then see the answers</a:t>
            </a:r>
            <a:endParaRPr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162" y="2331987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9698" y="2040970"/>
            <a:ext cx="841230" cy="13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832000" y="2223512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70692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3</a:t>
            </a:r>
            <a:endParaRPr/>
          </a:p>
        </p:txBody>
      </p:sp>
      <p:sp>
        <p:nvSpPr>
          <p:cNvPr id="3594" name="Google Shape;3594;p44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web address is most likely a fake?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Choose the suspicious one:</a:t>
            </a:r>
            <a:endParaRPr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A) paypa1-secure-login.com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B) paypal.com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Char char="●"/>
            </a:pPr>
            <a:r>
              <a:rPr lang="en"/>
              <a:t>C) www.paypal.com/signin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Pick A, B or C, then see the answers</a:t>
            </a:r>
            <a:endParaRPr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162" y="2331987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9698" y="2040970"/>
            <a:ext cx="841230" cy="13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5" name="Google Shape;3675;p47"/>
          <p:cNvGrpSpPr/>
          <p:nvPr/>
        </p:nvGrpSpPr>
        <p:grpSpPr>
          <a:xfrm>
            <a:off x="3702004" y="1973753"/>
            <a:ext cx="1272330" cy="726958"/>
            <a:chOff x="4030253" y="-1410465"/>
            <a:chExt cx="1272330" cy="726958"/>
          </a:xfrm>
        </p:grpSpPr>
        <p:sp>
          <p:nvSpPr>
            <p:cNvPr id="3676" name="Google Shape;3676;p47"/>
            <p:cNvSpPr/>
            <p:nvPr/>
          </p:nvSpPr>
          <p:spPr>
            <a:xfrm>
              <a:off x="5176563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47"/>
            <p:cNvSpPr/>
            <p:nvPr/>
          </p:nvSpPr>
          <p:spPr>
            <a:xfrm>
              <a:off x="4221304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47"/>
            <p:cNvSpPr/>
            <p:nvPr/>
          </p:nvSpPr>
          <p:spPr>
            <a:xfrm>
              <a:off x="4412356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47"/>
            <p:cNvSpPr/>
            <p:nvPr/>
          </p:nvSpPr>
          <p:spPr>
            <a:xfrm>
              <a:off x="4030253" y="-141046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47"/>
            <p:cNvSpPr/>
            <p:nvPr/>
          </p:nvSpPr>
          <p:spPr>
            <a:xfrm>
              <a:off x="5176563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47"/>
            <p:cNvSpPr/>
            <p:nvPr/>
          </p:nvSpPr>
          <p:spPr>
            <a:xfrm>
              <a:off x="5176563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47"/>
            <p:cNvSpPr/>
            <p:nvPr/>
          </p:nvSpPr>
          <p:spPr>
            <a:xfrm>
              <a:off x="5176563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47"/>
            <p:cNvSpPr/>
            <p:nvPr/>
          </p:nvSpPr>
          <p:spPr>
            <a:xfrm>
              <a:off x="4794459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47"/>
            <p:cNvSpPr/>
            <p:nvPr/>
          </p:nvSpPr>
          <p:spPr>
            <a:xfrm>
              <a:off x="4794459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47"/>
            <p:cNvSpPr/>
            <p:nvPr/>
          </p:nvSpPr>
          <p:spPr>
            <a:xfrm>
              <a:off x="4794459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47"/>
            <p:cNvSpPr/>
            <p:nvPr/>
          </p:nvSpPr>
          <p:spPr>
            <a:xfrm>
              <a:off x="4985511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47"/>
            <p:cNvSpPr/>
            <p:nvPr/>
          </p:nvSpPr>
          <p:spPr>
            <a:xfrm>
              <a:off x="4985511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47"/>
            <p:cNvSpPr/>
            <p:nvPr/>
          </p:nvSpPr>
          <p:spPr>
            <a:xfrm>
              <a:off x="4985511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47"/>
            <p:cNvSpPr/>
            <p:nvPr/>
          </p:nvSpPr>
          <p:spPr>
            <a:xfrm>
              <a:off x="4603408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47"/>
            <p:cNvSpPr/>
            <p:nvPr/>
          </p:nvSpPr>
          <p:spPr>
            <a:xfrm>
              <a:off x="4603408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47"/>
            <p:cNvSpPr/>
            <p:nvPr/>
          </p:nvSpPr>
          <p:spPr>
            <a:xfrm>
              <a:off x="4221304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47"/>
            <p:cNvSpPr/>
            <p:nvPr/>
          </p:nvSpPr>
          <p:spPr>
            <a:xfrm>
              <a:off x="4221304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47"/>
            <p:cNvSpPr/>
            <p:nvPr/>
          </p:nvSpPr>
          <p:spPr>
            <a:xfrm>
              <a:off x="4412356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47"/>
            <p:cNvSpPr/>
            <p:nvPr/>
          </p:nvSpPr>
          <p:spPr>
            <a:xfrm>
              <a:off x="4412356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47"/>
            <p:cNvSpPr/>
            <p:nvPr/>
          </p:nvSpPr>
          <p:spPr>
            <a:xfrm>
              <a:off x="4412356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47"/>
            <p:cNvSpPr/>
            <p:nvPr/>
          </p:nvSpPr>
          <p:spPr>
            <a:xfrm>
              <a:off x="4030253" y="-120986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47"/>
            <p:cNvSpPr/>
            <p:nvPr/>
          </p:nvSpPr>
          <p:spPr>
            <a:xfrm>
              <a:off x="4030253" y="-100969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47"/>
            <p:cNvSpPr/>
            <p:nvPr/>
          </p:nvSpPr>
          <p:spPr>
            <a:xfrm>
              <a:off x="4030253" y="-809527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9" name="Google Shape;3699;p47"/>
          <p:cNvGrpSpPr/>
          <p:nvPr/>
        </p:nvGrpSpPr>
        <p:grpSpPr>
          <a:xfrm>
            <a:off x="5929366" y="1629471"/>
            <a:ext cx="1463362" cy="726522"/>
            <a:chOff x="8172753" y="6539578"/>
            <a:chExt cx="1463362" cy="726522"/>
          </a:xfrm>
        </p:grpSpPr>
        <p:sp>
          <p:nvSpPr>
            <p:cNvPr id="3700" name="Google Shape;3700;p47"/>
            <p:cNvSpPr/>
            <p:nvPr/>
          </p:nvSpPr>
          <p:spPr>
            <a:xfrm>
              <a:off x="9510115" y="653957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47"/>
            <p:cNvSpPr/>
            <p:nvPr/>
          </p:nvSpPr>
          <p:spPr>
            <a:xfrm>
              <a:off x="9510115" y="693991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47"/>
            <p:cNvSpPr/>
            <p:nvPr/>
          </p:nvSpPr>
          <p:spPr>
            <a:xfrm>
              <a:off x="9510115" y="714007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47"/>
            <p:cNvSpPr/>
            <p:nvPr/>
          </p:nvSpPr>
          <p:spPr>
            <a:xfrm>
              <a:off x="9319063" y="653957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47"/>
            <p:cNvSpPr/>
            <p:nvPr/>
          </p:nvSpPr>
          <p:spPr>
            <a:xfrm>
              <a:off x="9319063" y="693991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47"/>
            <p:cNvSpPr/>
            <p:nvPr/>
          </p:nvSpPr>
          <p:spPr>
            <a:xfrm>
              <a:off x="9319063" y="714007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47"/>
            <p:cNvSpPr/>
            <p:nvPr/>
          </p:nvSpPr>
          <p:spPr>
            <a:xfrm>
              <a:off x="8936960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47"/>
            <p:cNvSpPr/>
            <p:nvPr/>
          </p:nvSpPr>
          <p:spPr>
            <a:xfrm>
              <a:off x="9128011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47"/>
            <p:cNvSpPr/>
            <p:nvPr/>
          </p:nvSpPr>
          <p:spPr>
            <a:xfrm>
              <a:off x="9128011" y="693991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47"/>
            <p:cNvSpPr/>
            <p:nvPr/>
          </p:nvSpPr>
          <p:spPr>
            <a:xfrm>
              <a:off x="8745908" y="6539578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47"/>
            <p:cNvSpPr/>
            <p:nvPr/>
          </p:nvSpPr>
          <p:spPr>
            <a:xfrm>
              <a:off x="8745908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47"/>
            <p:cNvSpPr/>
            <p:nvPr/>
          </p:nvSpPr>
          <p:spPr>
            <a:xfrm>
              <a:off x="8745908" y="693991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47"/>
            <p:cNvSpPr/>
            <p:nvPr/>
          </p:nvSpPr>
          <p:spPr>
            <a:xfrm>
              <a:off x="8363805" y="6539578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47"/>
            <p:cNvSpPr/>
            <p:nvPr/>
          </p:nvSpPr>
          <p:spPr>
            <a:xfrm>
              <a:off x="8363805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47"/>
            <p:cNvSpPr/>
            <p:nvPr/>
          </p:nvSpPr>
          <p:spPr>
            <a:xfrm>
              <a:off x="8363805" y="71400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47"/>
            <p:cNvSpPr/>
            <p:nvPr/>
          </p:nvSpPr>
          <p:spPr>
            <a:xfrm>
              <a:off x="8554856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47"/>
            <p:cNvSpPr/>
            <p:nvPr/>
          </p:nvSpPr>
          <p:spPr>
            <a:xfrm>
              <a:off x="8554856" y="693991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47"/>
            <p:cNvSpPr/>
            <p:nvPr/>
          </p:nvSpPr>
          <p:spPr>
            <a:xfrm>
              <a:off x="8554856" y="71400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47"/>
            <p:cNvSpPr/>
            <p:nvPr/>
          </p:nvSpPr>
          <p:spPr>
            <a:xfrm>
              <a:off x="8172753" y="6739745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47"/>
            <p:cNvSpPr/>
            <p:nvPr/>
          </p:nvSpPr>
          <p:spPr>
            <a:xfrm>
              <a:off x="8172753" y="6939912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0" name="Google Shape;3720;p47"/>
          <p:cNvGrpSpPr/>
          <p:nvPr/>
        </p:nvGrpSpPr>
        <p:grpSpPr>
          <a:xfrm>
            <a:off x="1605408" y="1310733"/>
            <a:ext cx="1654433" cy="726522"/>
            <a:chOff x="-453166" y="5813044"/>
            <a:chExt cx="1654433" cy="726522"/>
          </a:xfrm>
        </p:grpSpPr>
        <p:sp>
          <p:nvSpPr>
            <p:cNvPr id="3721" name="Google Shape;3721;p47"/>
            <p:cNvSpPr/>
            <p:nvPr/>
          </p:nvSpPr>
          <p:spPr>
            <a:xfrm>
              <a:off x="1075248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47"/>
            <p:cNvSpPr/>
            <p:nvPr/>
          </p:nvSpPr>
          <p:spPr>
            <a:xfrm>
              <a:off x="693144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47"/>
            <p:cNvSpPr/>
            <p:nvPr/>
          </p:nvSpPr>
          <p:spPr>
            <a:xfrm>
              <a:off x="693144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47"/>
            <p:cNvSpPr/>
            <p:nvPr/>
          </p:nvSpPr>
          <p:spPr>
            <a:xfrm>
              <a:off x="693144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47"/>
            <p:cNvSpPr/>
            <p:nvPr/>
          </p:nvSpPr>
          <p:spPr>
            <a:xfrm>
              <a:off x="884196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47"/>
            <p:cNvSpPr/>
            <p:nvPr/>
          </p:nvSpPr>
          <p:spPr>
            <a:xfrm>
              <a:off x="884196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47"/>
            <p:cNvSpPr/>
            <p:nvPr/>
          </p:nvSpPr>
          <p:spPr>
            <a:xfrm>
              <a:off x="502093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47"/>
            <p:cNvSpPr/>
            <p:nvPr/>
          </p:nvSpPr>
          <p:spPr>
            <a:xfrm>
              <a:off x="502093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47"/>
            <p:cNvSpPr/>
            <p:nvPr/>
          </p:nvSpPr>
          <p:spPr>
            <a:xfrm>
              <a:off x="502093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47"/>
            <p:cNvSpPr/>
            <p:nvPr/>
          </p:nvSpPr>
          <p:spPr>
            <a:xfrm>
              <a:off x="502093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47"/>
            <p:cNvSpPr/>
            <p:nvPr/>
          </p:nvSpPr>
          <p:spPr>
            <a:xfrm>
              <a:off x="119989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47"/>
            <p:cNvSpPr/>
            <p:nvPr/>
          </p:nvSpPr>
          <p:spPr>
            <a:xfrm>
              <a:off x="119989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47"/>
            <p:cNvSpPr/>
            <p:nvPr/>
          </p:nvSpPr>
          <p:spPr>
            <a:xfrm>
              <a:off x="119989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47"/>
            <p:cNvSpPr/>
            <p:nvPr/>
          </p:nvSpPr>
          <p:spPr>
            <a:xfrm>
              <a:off x="119989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47"/>
            <p:cNvSpPr/>
            <p:nvPr/>
          </p:nvSpPr>
          <p:spPr>
            <a:xfrm>
              <a:off x="311041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47"/>
            <p:cNvSpPr/>
            <p:nvPr/>
          </p:nvSpPr>
          <p:spPr>
            <a:xfrm>
              <a:off x="311041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47"/>
            <p:cNvSpPr/>
            <p:nvPr/>
          </p:nvSpPr>
          <p:spPr>
            <a:xfrm>
              <a:off x="311041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47"/>
            <p:cNvSpPr/>
            <p:nvPr/>
          </p:nvSpPr>
          <p:spPr>
            <a:xfrm>
              <a:off x="311041" y="641354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47"/>
            <p:cNvSpPr/>
            <p:nvPr/>
          </p:nvSpPr>
          <p:spPr>
            <a:xfrm>
              <a:off x="-71062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47"/>
            <p:cNvSpPr/>
            <p:nvPr/>
          </p:nvSpPr>
          <p:spPr>
            <a:xfrm>
              <a:off x="-71062" y="6213379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47"/>
            <p:cNvSpPr/>
            <p:nvPr/>
          </p:nvSpPr>
          <p:spPr>
            <a:xfrm>
              <a:off x="-453166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47"/>
            <p:cNvSpPr/>
            <p:nvPr/>
          </p:nvSpPr>
          <p:spPr>
            <a:xfrm>
              <a:off x="-262114" y="5813044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47"/>
            <p:cNvSpPr/>
            <p:nvPr/>
          </p:nvSpPr>
          <p:spPr>
            <a:xfrm>
              <a:off x="-262114" y="6013211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4" name="Google Shape;3744;p47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ANSWERS</a:t>
            </a:r>
            <a:endParaRPr/>
          </a:p>
        </p:txBody>
      </p:sp>
      <p:sp>
        <p:nvSpPr>
          <p:cNvPr id="3745" name="Google Shape;3745;p47"/>
          <p:cNvSpPr txBox="1">
            <a:spLocks noGrp="1"/>
          </p:cNvSpPr>
          <p:nvPr>
            <p:ph type="title" idx="2"/>
          </p:nvPr>
        </p:nvSpPr>
        <p:spPr>
          <a:xfrm>
            <a:off x="1099200" y="2941050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Q1: B</a:t>
            </a:r>
            <a:endParaRPr/>
          </a:p>
        </p:txBody>
      </p:sp>
      <p:sp>
        <p:nvSpPr>
          <p:cNvPr id="3746" name="Google Shape;3746;p47"/>
          <p:cNvSpPr txBox="1">
            <a:spLocks noGrp="1"/>
          </p:cNvSpPr>
          <p:nvPr>
            <p:ph type="subTitle" idx="1"/>
          </p:nvPr>
        </p:nvSpPr>
        <p:spPr>
          <a:xfrm>
            <a:off x="1099200" y="3370599"/>
            <a:ext cx="20067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Report it. Never use the link; reply only engages the attacker</a:t>
            </a:r>
            <a:endParaRPr/>
          </a:p>
        </p:txBody>
      </p:sp>
      <p:sp>
        <p:nvSpPr>
          <p:cNvPr id="3747" name="Google Shape;3747;p47"/>
          <p:cNvSpPr txBox="1">
            <a:spLocks noGrp="1"/>
          </p:cNvSpPr>
          <p:nvPr>
            <p:ph type="title" idx="3"/>
          </p:nvPr>
        </p:nvSpPr>
        <p:spPr>
          <a:xfrm>
            <a:off x="3528012" y="2941050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Q2: C</a:t>
            </a:r>
            <a:endParaRPr/>
          </a:p>
        </p:txBody>
      </p:sp>
      <p:sp>
        <p:nvSpPr>
          <p:cNvPr id="3748" name="Google Shape;3748;p47"/>
          <p:cNvSpPr txBox="1">
            <a:spLocks noGrp="1"/>
          </p:cNvSpPr>
          <p:nvPr>
            <p:ph type="subTitle" idx="4"/>
          </p:nvPr>
        </p:nvSpPr>
        <p:spPr>
          <a:xfrm>
            <a:off x="3528012" y="3370600"/>
            <a:ext cx="20067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official app. Fake fees steal card details</a:t>
            </a:r>
            <a:endParaRPr/>
          </a:p>
        </p:txBody>
      </p:sp>
      <p:sp>
        <p:nvSpPr>
          <p:cNvPr id="3749" name="Google Shape;3749;p47"/>
          <p:cNvSpPr txBox="1">
            <a:spLocks noGrp="1"/>
          </p:cNvSpPr>
          <p:nvPr>
            <p:ph type="title" idx="5"/>
          </p:nvPr>
        </p:nvSpPr>
        <p:spPr>
          <a:xfrm>
            <a:off x="5956750" y="2941050"/>
            <a:ext cx="2006700" cy="527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Q3: A</a:t>
            </a:r>
            <a:endParaRPr/>
          </a:p>
        </p:txBody>
      </p:sp>
      <p:sp>
        <p:nvSpPr>
          <p:cNvPr id="3750" name="Google Shape;3750;p47"/>
          <p:cNvSpPr txBox="1">
            <a:spLocks noGrp="1"/>
          </p:cNvSpPr>
          <p:nvPr>
            <p:ph type="subTitle" idx="6"/>
          </p:nvPr>
        </p:nvSpPr>
        <p:spPr>
          <a:xfrm>
            <a:off x="5956750" y="3370600"/>
            <a:ext cx="2006700" cy="83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Look-alike “1” for “l” and a long made-up domain</a:t>
            </a:r>
            <a:endParaRPr/>
          </a:p>
        </p:txBody>
      </p:sp>
      <p:grpSp>
        <p:nvGrpSpPr>
          <p:cNvPr id="3751" name="Google Shape;3751;p47"/>
          <p:cNvGrpSpPr/>
          <p:nvPr/>
        </p:nvGrpSpPr>
        <p:grpSpPr>
          <a:xfrm>
            <a:off x="8375391" y="274915"/>
            <a:ext cx="485944" cy="339170"/>
            <a:chOff x="5265975" y="1869575"/>
            <a:chExt cx="269400" cy="128825"/>
          </a:xfrm>
        </p:grpSpPr>
        <p:cxnSp>
          <p:nvCxnSpPr>
            <p:cNvPr id="3752" name="Google Shape;3752;p47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3" name="Google Shape;3753;p47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4" name="Google Shape;3754;p47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5" name="Google Shape;3755;p47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6" name="Google Shape;3756;p47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7" name="Google Shape;3757;p47"/>
          <p:cNvSpPr/>
          <p:nvPr/>
        </p:nvSpPr>
        <p:spPr>
          <a:xfrm>
            <a:off x="1539752" y="1564119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8" name="Google Shape;3758;p47"/>
          <p:cNvSpPr/>
          <p:nvPr/>
        </p:nvSpPr>
        <p:spPr>
          <a:xfrm>
            <a:off x="3968402" y="1564119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9" name="Google Shape;3759;p47"/>
          <p:cNvSpPr/>
          <p:nvPr/>
        </p:nvSpPr>
        <p:spPr>
          <a:xfrm>
            <a:off x="6405052" y="1564119"/>
            <a:ext cx="1207200" cy="12075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60" name="Google Shape;3760;p47"/>
          <p:cNvGrpSpPr/>
          <p:nvPr/>
        </p:nvGrpSpPr>
        <p:grpSpPr>
          <a:xfrm>
            <a:off x="6765697" y="1923616"/>
            <a:ext cx="485909" cy="488506"/>
            <a:chOff x="6069423" y="2891892"/>
            <a:chExt cx="362321" cy="364231"/>
          </a:xfrm>
        </p:grpSpPr>
        <p:sp>
          <p:nvSpPr>
            <p:cNvPr id="3761" name="Google Shape;3761;p47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47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47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47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47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47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7" name="Google Shape;3767;p47"/>
          <p:cNvGrpSpPr/>
          <p:nvPr/>
        </p:nvGrpSpPr>
        <p:grpSpPr>
          <a:xfrm>
            <a:off x="4308152" y="1922358"/>
            <a:ext cx="527700" cy="491022"/>
            <a:chOff x="6099375" y="2456075"/>
            <a:chExt cx="337684" cy="314194"/>
          </a:xfrm>
        </p:grpSpPr>
        <p:sp>
          <p:nvSpPr>
            <p:cNvPr id="3768" name="Google Shape;3768;p47"/>
            <p:cNvSpPr/>
            <p:nvPr/>
          </p:nvSpPr>
          <p:spPr>
            <a:xfrm>
              <a:off x="6099375" y="2456075"/>
              <a:ext cx="337684" cy="314194"/>
            </a:xfrm>
            <a:custGeom>
              <a:avLst/>
              <a:gdLst/>
              <a:ahLst/>
              <a:cxnLst/>
              <a:rect l="l" t="t" r="r" b="b"/>
              <a:pathLst>
                <a:path w="10609" h="9871" extrusionOk="0">
                  <a:moveTo>
                    <a:pt x="322" y="5025"/>
                  </a:moveTo>
                  <a:cubicBezTo>
                    <a:pt x="536" y="5227"/>
                    <a:pt x="857" y="5418"/>
                    <a:pt x="1274" y="5585"/>
                  </a:cubicBezTo>
                  <a:cubicBezTo>
                    <a:pt x="2048" y="5882"/>
                    <a:pt x="3060" y="6049"/>
                    <a:pt x="4143" y="6049"/>
                  </a:cubicBezTo>
                  <a:lnTo>
                    <a:pt x="4417" y="6049"/>
                  </a:lnTo>
                  <a:cubicBezTo>
                    <a:pt x="4429" y="6061"/>
                    <a:pt x="4465" y="6073"/>
                    <a:pt x="4477" y="6097"/>
                  </a:cubicBezTo>
                  <a:lnTo>
                    <a:pt x="4905" y="6347"/>
                  </a:lnTo>
                  <a:cubicBezTo>
                    <a:pt x="4894" y="6466"/>
                    <a:pt x="4882" y="6585"/>
                    <a:pt x="4882" y="6692"/>
                  </a:cubicBezTo>
                  <a:cubicBezTo>
                    <a:pt x="4882" y="6811"/>
                    <a:pt x="4894" y="6930"/>
                    <a:pt x="4905" y="7025"/>
                  </a:cubicBezTo>
                  <a:lnTo>
                    <a:pt x="4477" y="7287"/>
                  </a:lnTo>
                  <a:cubicBezTo>
                    <a:pt x="4405" y="7323"/>
                    <a:pt x="4358" y="7382"/>
                    <a:pt x="4346" y="7466"/>
                  </a:cubicBezTo>
                  <a:cubicBezTo>
                    <a:pt x="4322" y="7537"/>
                    <a:pt x="4322" y="7609"/>
                    <a:pt x="4370" y="7680"/>
                  </a:cubicBezTo>
                  <a:lnTo>
                    <a:pt x="4608" y="8085"/>
                  </a:lnTo>
                  <a:cubicBezTo>
                    <a:pt x="4564" y="8081"/>
                    <a:pt x="4517" y="8080"/>
                    <a:pt x="4467" y="8080"/>
                  </a:cubicBezTo>
                  <a:cubicBezTo>
                    <a:pt x="4368" y="8080"/>
                    <a:pt x="4263" y="8085"/>
                    <a:pt x="4167" y="8085"/>
                  </a:cubicBezTo>
                  <a:cubicBezTo>
                    <a:pt x="3120" y="8085"/>
                    <a:pt x="2143" y="7942"/>
                    <a:pt x="1393" y="7656"/>
                  </a:cubicBezTo>
                  <a:cubicBezTo>
                    <a:pt x="714" y="7406"/>
                    <a:pt x="322" y="7061"/>
                    <a:pt x="322" y="6728"/>
                  </a:cubicBezTo>
                  <a:lnTo>
                    <a:pt x="322" y="5025"/>
                  </a:lnTo>
                  <a:close/>
                  <a:moveTo>
                    <a:pt x="4132" y="1"/>
                  </a:moveTo>
                  <a:cubicBezTo>
                    <a:pt x="3048" y="1"/>
                    <a:pt x="2036" y="167"/>
                    <a:pt x="1262" y="465"/>
                  </a:cubicBezTo>
                  <a:cubicBezTo>
                    <a:pt x="441" y="774"/>
                    <a:pt x="0" y="1215"/>
                    <a:pt x="0" y="1691"/>
                  </a:cubicBezTo>
                  <a:lnTo>
                    <a:pt x="0" y="6751"/>
                  </a:lnTo>
                  <a:cubicBezTo>
                    <a:pt x="0" y="7228"/>
                    <a:pt x="441" y="7656"/>
                    <a:pt x="1262" y="7966"/>
                  </a:cubicBezTo>
                  <a:cubicBezTo>
                    <a:pt x="2036" y="8264"/>
                    <a:pt x="3048" y="8430"/>
                    <a:pt x="4132" y="8430"/>
                  </a:cubicBezTo>
                  <a:cubicBezTo>
                    <a:pt x="4346" y="8430"/>
                    <a:pt x="4548" y="8430"/>
                    <a:pt x="4763" y="8418"/>
                  </a:cubicBezTo>
                  <a:lnTo>
                    <a:pt x="5025" y="8871"/>
                  </a:lnTo>
                  <a:cubicBezTo>
                    <a:pt x="5072" y="8954"/>
                    <a:pt x="5132" y="8990"/>
                    <a:pt x="5203" y="9014"/>
                  </a:cubicBezTo>
                  <a:cubicBezTo>
                    <a:pt x="5227" y="9018"/>
                    <a:pt x="5252" y="9020"/>
                    <a:pt x="5278" y="9020"/>
                  </a:cubicBezTo>
                  <a:cubicBezTo>
                    <a:pt x="5329" y="9020"/>
                    <a:pt x="5382" y="9010"/>
                    <a:pt x="5429" y="8978"/>
                  </a:cubicBezTo>
                  <a:lnTo>
                    <a:pt x="5858" y="8728"/>
                  </a:lnTo>
                  <a:cubicBezTo>
                    <a:pt x="6037" y="8871"/>
                    <a:pt x="6251" y="8990"/>
                    <a:pt x="6465" y="9085"/>
                  </a:cubicBezTo>
                  <a:lnTo>
                    <a:pt x="6465" y="9573"/>
                  </a:lnTo>
                  <a:cubicBezTo>
                    <a:pt x="6465" y="9740"/>
                    <a:pt x="6608" y="9871"/>
                    <a:pt x="6763" y="9871"/>
                  </a:cubicBezTo>
                  <a:lnTo>
                    <a:pt x="8108" y="9871"/>
                  </a:lnTo>
                  <a:cubicBezTo>
                    <a:pt x="8275" y="9871"/>
                    <a:pt x="8406" y="9740"/>
                    <a:pt x="8406" y="9573"/>
                  </a:cubicBezTo>
                  <a:lnTo>
                    <a:pt x="8406" y="9085"/>
                  </a:lnTo>
                  <a:cubicBezTo>
                    <a:pt x="8632" y="8990"/>
                    <a:pt x="8823" y="8871"/>
                    <a:pt x="9013" y="8728"/>
                  </a:cubicBezTo>
                  <a:lnTo>
                    <a:pt x="9442" y="8978"/>
                  </a:lnTo>
                  <a:cubicBezTo>
                    <a:pt x="9497" y="9010"/>
                    <a:pt x="9548" y="9020"/>
                    <a:pt x="9596" y="9020"/>
                  </a:cubicBezTo>
                  <a:cubicBezTo>
                    <a:pt x="9620" y="9020"/>
                    <a:pt x="9644" y="9018"/>
                    <a:pt x="9668" y="9014"/>
                  </a:cubicBezTo>
                  <a:cubicBezTo>
                    <a:pt x="9739" y="8990"/>
                    <a:pt x="9799" y="8930"/>
                    <a:pt x="9847" y="8871"/>
                  </a:cubicBezTo>
                  <a:lnTo>
                    <a:pt x="10513" y="7716"/>
                  </a:lnTo>
                  <a:cubicBezTo>
                    <a:pt x="10561" y="7597"/>
                    <a:pt x="10561" y="7525"/>
                    <a:pt x="10549" y="7442"/>
                  </a:cubicBezTo>
                  <a:cubicBezTo>
                    <a:pt x="10537" y="7371"/>
                    <a:pt x="10478" y="7311"/>
                    <a:pt x="10406" y="7263"/>
                  </a:cubicBezTo>
                  <a:lnTo>
                    <a:pt x="9978" y="7013"/>
                  </a:lnTo>
                  <a:cubicBezTo>
                    <a:pt x="9989" y="6894"/>
                    <a:pt x="10013" y="6775"/>
                    <a:pt x="10013" y="6668"/>
                  </a:cubicBezTo>
                  <a:cubicBezTo>
                    <a:pt x="10013" y="6549"/>
                    <a:pt x="10001" y="6430"/>
                    <a:pt x="9978" y="6335"/>
                  </a:cubicBezTo>
                  <a:lnTo>
                    <a:pt x="10406" y="6073"/>
                  </a:lnTo>
                  <a:cubicBezTo>
                    <a:pt x="10549" y="6001"/>
                    <a:pt x="10609" y="5823"/>
                    <a:pt x="10513" y="5680"/>
                  </a:cubicBezTo>
                  <a:lnTo>
                    <a:pt x="10311" y="5323"/>
                  </a:lnTo>
                  <a:cubicBezTo>
                    <a:pt x="10280" y="5268"/>
                    <a:pt x="10228" y="5239"/>
                    <a:pt x="10176" y="5239"/>
                  </a:cubicBezTo>
                  <a:cubicBezTo>
                    <a:pt x="10148" y="5239"/>
                    <a:pt x="10121" y="5247"/>
                    <a:pt x="10097" y="5263"/>
                  </a:cubicBezTo>
                  <a:cubicBezTo>
                    <a:pt x="10025" y="5299"/>
                    <a:pt x="9989" y="5394"/>
                    <a:pt x="10037" y="5466"/>
                  </a:cubicBezTo>
                  <a:lnTo>
                    <a:pt x="10228" y="5811"/>
                  </a:lnTo>
                  <a:lnTo>
                    <a:pt x="9727" y="6108"/>
                  </a:lnTo>
                  <a:cubicBezTo>
                    <a:pt x="9668" y="6132"/>
                    <a:pt x="9632" y="6216"/>
                    <a:pt x="9656" y="6275"/>
                  </a:cubicBezTo>
                  <a:cubicBezTo>
                    <a:pt x="9680" y="6406"/>
                    <a:pt x="9680" y="6537"/>
                    <a:pt x="9680" y="6668"/>
                  </a:cubicBezTo>
                  <a:cubicBezTo>
                    <a:pt x="9680" y="6811"/>
                    <a:pt x="9668" y="6942"/>
                    <a:pt x="9656" y="7073"/>
                  </a:cubicBezTo>
                  <a:cubicBezTo>
                    <a:pt x="9632" y="7132"/>
                    <a:pt x="9668" y="7204"/>
                    <a:pt x="9727" y="7240"/>
                  </a:cubicBezTo>
                  <a:lnTo>
                    <a:pt x="10228" y="7537"/>
                  </a:lnTo>
                  <a:lnTo>
                    <a:pt x="9573" y="8668"/>
                  </a:lnTo>
                  <a:lnTo>
                    <a:pt x="9073" y="8371"/>
                  </a:lnTo>
                  <a:cubicBezTo>
                    <a:pt x="9045" y="8354"/>
                    <a:pt x="9015" y="8345"/>
                    <a:pt x="8986" y="8345"/>
                  </a:cubicBezTo>
                  <a:cubicBezTo>
                    <a:pt x="8952" y="8345"/>
                    <a:pt x="8920" y="8357"/>
                    <a:pt x="8894" y="8383"/>
                  </a:cubicBezTo>
                  <a:cubicBezTo>
                    <a:pt x="8680" y="8561"/>
                    <a:pt x="8442" y="8692"/>
                    <a:pt x="8192" y="8787"/>
                  </a:cubicBezTo>
                  <a:cubicBezTo>
                    <a:pt x="8132" y="8799"/>
                    <a:pt x="8084" y="8859"/>
                    <a:pt x="8084" y="8930"/>
                  </a:cubicBezTo>
                  <a:lnTo>
                    <a:pt x="8084" y="9514"/>
                  </a:lnTo>
                  <a:lnTo>
                    <a:pt x="6775" y="9514"/>
                  </a:lnTo>
                  <a:lnTo>
                    <a:pt x="6775" y="8930"/>
                  </a:lnTo>
                  <a:cubicBezTo>
                    <a:pt x="6775" y="8871"/>
                    <a:pt x="6739" y="8811"/>
                    <a:pt x="6679" y="8787"/>
                  </a:cubicBezTo>
                  <a:cubicBezTo>
                    <a:pt x="6418" y="8692"/>
                    <a:pt x="6179" y="8561"/>
                    <a:pt x="5977" y="8383"/>
                  </a:cubicBezTo>
                  <a:cubicBezTo>
                    <a:pt x="5951" y="8357"/>
                    <a:pt x="5919" y="8345"/>
                    <a:pt x="5885" y="8345"/>
                  </a:cubicBezTo>
                  <a:cubicBezTo>
                    <a:pt x="5856" y="8345"/>
                    <a:pt x="5826" y="8354"/>
                    <a:pt x="5798" y="8371"/>
                  </a:cubicBezTo>
                  <a:lnTo>
                    <a:pt x="5286" y="8668"/>
                  </a:lnTo>
                  <a:lnTo>
                    <a:pt x="4632" y="7537"/>
                  </a:lnTo>
                  <a:lnTo>
                    <a:pt x="5144" y="7240"/>
                  </a:lnTo>
                  <a:cubicBezTo>
                    <a:pt x="5203" y="7204"/>
                    <a:pt x="5227" y="7132"/>
                    <a:pt x="5215" y="7073"/>
                  </a:cubicBezTo>
                  <a:cubicBezTo>
                    <a:pt x="5191" y="6942"/>
                    <a:pt x="5191" y="6811"/>
                    <a:pt x="5191" y="6668"/>
                  </a:cubicBezTo>
                  <a:cubicBezTo>
                    <a:pt x="5191" y="6537"/>
                    <a:pt x="5203" y="6406"/>
                    <a:pt x="5215" y="6275"/>
                  </a:cubicBezTo>
                  <a:cubicBezTo>
                    <a:pt x="5227" y="6216"/>
                    <a:pt x="5203" y="6132"/>
                    <a:pt x="5144" y="6108"/>
                  </a:cubicBezTo>
                  <a:lnTo>
                    <a:pt x="4632" y="5811"/>
                  </a:lnTo>
                  <a:lnTo>
                    <a:pt x="5286" y="4680"/>
                  </a:lnTo>
                  <a:lnTo>
                    <a:pt x="5798" y="4977"/>
                  </a:lnTo>
                  <a:cubicBezTo>
                    <a:pt x="5825" y="4988"/>
                    <a:pt x="5854" y="4994"/>
                    <a:pt x="5883" y="4994"/>
                  </a:cubicBezTo>
                  <a:cubicBezTo>
                    <a:pt x="5917" y="4994"/>
                    <a:pt x="5951" y="4985"/>
                    <a:pt x="5977" y="4965"/>
                  </a:cubicBezTo>
                  <a:cubicBezTo>
                    <a:pt x="6179" y="4787"/>
                    <a:pt x="6418" y="4644"/>
                    <a:pt x="6679" y="4561"/>
                  </a:cubicBezTo>
                  <a:cubicBezTo>
                    <a:pt x="6739" y="4549"/>
                    <a:pt x="6775" y="4489"/>
                    <a:pt x="6775" y="4406"/>
                  </a:cubicBezTo>
                  <a:lnTo>
                    <a:pt x="6775" y="3834"/>
                  </a:lnTo>
                  <a:lnTo>
                    <a:pt x="8084" y="3834"/>
                  </a:lnTo>
                  <a:lnTo>
                    <a:pt x="8084" y="4406"/>
                  </a:lnTo>
                  <a:cubicBezTo>
                    <a:pt x="8084" y="4465"/>
                    <a:pt x="8132" y="4525"/>
                    <a:pt x="8192" y="4561"/>
                  </a:cubicBezTo>
                  <a:cubicBezTo>
                    <a:pt x="8442" y="4644"/>
                    <a:pt x="8680" y="4787"/>
                    <a:pt x="8894" y="4965"/>
                  </a:cubicBezTo>
                  <a:cubicBezTo>
                    <a:pt x="8920" y="4985"/>
                    <a:pt x="8954" y="4994"/>
                    <a:pt x="8988" y="4994"/>
                  </a:cubicBezTo>
                  <a:cubicBezTo>
                    <a:pt x="9017" y="4994"/>
                    <a:pt x="9046" y="4988"/>
                    <a:pt x="9073" y="4977"/>
                  </a:cubicBezTo>
                  <a:lnTo>
                    <a:pt x="9573" y="4680"/>
                  </a:lnTo>
                  <a:lnTo>
                    <a:pt x="9716" y="4906"/>
                  </a:lnTo>
                  <a:cubicBezTo>
                    <a:pt x="9740" y="4955"/>
                    <a:pt x="9793" y="4982"/>
                    <a:pt x="9847" y="4982"/>
                  </a:cubicBezTo>
                  <a:cubicBezTo>
                    <a:pt x="9871" y="4982"/>
                    <a:pt x="9896" y="4977"/>
                    <a:pt x="9918" y="4965"/>
                  </a:cubicBezTo>
                  <a:cubicBezTo>
                    <a:pt x="9989" y="4918"/>
                    <a:pt x="10025" y="4823"/>
                    <a:pt x="9978" y="4751"/>
                  </a:cubicBezTo>
                  <a:lnTo>
                    <a:pt x="9847" y="4513"/>
                  </a:lnTo>
                  <a:cubicBezTo>
                    <a:pt x="9798" y="4424"/>
                    <a:pt x="9699" y="4367"/>
                    <a:pt x="9592" y="4367"/>
                  </a:cubicBezTo>
                  <a:cubicBezTo>
                    <a:pt x="9542" y="4367"/>
                    <a:pt x="9491" y="4379"/>
                    <a:pt x="9442" y="4406"/>
                  </a:cubicBezTo>
                  <a:lnTo>
                    <a:pt x="9013" y="4668"/>
                  </a:lnTo>
                  <a:cubicBezTo>
                    <a:pt x="8835" y="4513"/>
                    <a:pt x="8620" y="4394"/>
                    <a:pt x="8406" y="4311"/>
                  </a:cubicBezTo>
                  <a:lnTo>
                    <a:pt x="8406" y="3811"/>
                  </a:lnTo>
                  <a:cubicBezTo>
                    <a:pt x="8406" y="3727"/>
                    <a:pt x="8358" y="3632"/>
                    <a:pt x="8299" y="3596"/>
                  </a:cubicBezTo>
                  <a:lnTo>
                    <a:pt x="8299" y="1656"/>
                  </a:lnTo>
                  <a:cubicBezTo>
                    <a:pt x="8299" y="1060"/>
                    <a:pt x="7596" y="536"/>
                    <a:pt x="6394" y="239"/>
                  </a:cubicBezTo>
                  <a:cubicBezTo>
                    <a:pt x="6384" y="237"/>
                    <a:pt x="6375" y="237"/>
                    <a:pt x="6365" y="237"/>
                  </a:cubicBezTo>
                  <a:cubicBezTo>
                    <a:pt x="6284" y="237"/>
                    <a:pt x="6225" y="283"/>
                    <a:pt x="6203" y="358"/>
                  </a:cubicBezTo>
                  <a:cubicBezTo>
                    <a:pt x="6179" y="453"/>
                    <a:pt x="6227" y="524"/>
                    <a:pt x="6322" y="560"/>
                  </a:cubicBezTo>
                  <a:cubicBezTo>
                    <a:pt x="7346" y="810"/>
                    <a:pt x="7989" y="1239"/>
                    <a:pt x="7989" y="1667"/>
                  </a:cubicBezTo>
                  <a:cubicBezTo>
                    <a:pt x="7989" y="2001"/>
                    <a:pt x="7596" y="2346"/>
                    <a:pt x="6918" y="2596"/>
                  </a:cubicBezTo>
                  <a:cubicBezTo>
                    <a:pt x="6179" y="2882"/>
                    <a:pt x="5203" y="3025"/>
                    <a:pt x="4143" y="3025"/>
                  </a:cubicBezTo>
                  <a:cubicBezTo>
                    <a:pt x="3703" y="3025"/>
                    <a:pt x="3262" y="3001"/>
                    <a:pt x="2846" y="2941"/>
                  </a:cubicBezTo>
                  <a:cubicBezTo>
                    <a:pt x="2833" y="2938"/>
                    <a:pt x="2821" y="2936"/>
                    <a:pt x="2809" y="2936"/>
                  </a:cubicBezTo>
                  <a:cubicBezTo>
                    <a:pt x="2742" y="2936"/>
                    <a:pt x="2687" y="2991"/>
                    <a:pt x="2667" y="3072"/>
                  </a:cubicBezTo>
                  <a:cubicBezTo>
                    <a:pt x="2655" y="3156"/>
                    <a:pt x="2715" y="3239"/>
                    <a:pt x="2810" y="3251"/>
                  </a:cubicBezTo>
                  <a:cubicBezTo>
                    <a:pt x="3239" y="3311"/>
                    <a:pt x="3679" y="3334"/>
                    <a:pt x="4143" y="3334"/>
                  </a:cubicBezTo>
                  <a:cubicBezTo>
                    <a:pt x="5227" y="3334"/>
                    <a:pt x="6239" y="3168"/>
                    <a:pt x="7013" y="2870"/>
                  </a:cubicBezTo>
                  <a:cubicBezTo>
                    <a:pt x="7430" y="2715"/>
                    <a:pt x="7763" y="2525"/>
                    <a:pt x="7965" y="2310"/>
                  </a:cubicBezTo>
                  <a:lnTo>
                    <a:pt x="7965" y="3525"/>
                  </a:lnTo>
                  <a:lnTo>
                    <a:pt x="6751" y="3525"/>
                  </a:lnTo>
                  <a:cubicBezTo>
                    <a:pt x="6584" y="3525"/>
                    <a:pt x="6453" y="3668"/>
                    <a:pt x="6453" y="3822"/>
                  </a:cubicBezTo>
                  <a:lnTo>
                    <a:pt x="6453" y="4323"/>
                  </a:lnTo>
                  <a:cubicBezTo>
                    <a:pt x="6227" y="4406"/>
                    <a:pt x="6037" y="4525"/>
                    <a:pt x="5846" y="4680"/>
                  </a:cubicBezTo>
                  <a:lnTo>
                    <a:pt x="5406" y="4418"/>
                  </a:lnTo>
                  <a:cubicBezTo>
                    <a:pt x="5360" y="4395"/>
                    <a:pt x="5315" y="4387"/>
                    <a:pt x="5270" y="4387"/>
                  </a:cubicBezTo>
                  <a:cubicBezTo>
                    <a:pt x="5243" y="4387"/>
                    <a:pt x="5217" y="4390"/>
                    <a:pt x="5191" y="4394"/>
                  </a:cubicBezTo>
                  <a:cubicBezTo>
                    <a:pt x="5108" y="4406"/>
                    <a:pt x="5048" y="4465"/>
                    <a:pt x="5013" y="4525"/>
                  </a:cubicBezTo>
                  <a:lnTo>
                    <a:pt x="4334" y="5692"/>
                  </a:lnTo>
                  <a:cubicBezTo>
                    <a:pt x="4322" y="5704"/>
                    <a:pt x="4322" y="5716"/>
                    <a:pt x="4322" y="5727"/>
                  </a:cubicBezTo>
                  <a:lnTo>
                    <a:pt x="4132" y="5727"/>
                  </a:lnTo>
                  <a:cubicBezTo>
                    <a:pt x="3084" y="5727"/>
                    <a:pt x="2107" y="5585"/>
                    <a:pt x="1357" y="5299"/>
                  </a:cubicBezTo>
                  <a:cubicBezTo>
                    <a:pt x="679" y="5049"/>
                    <a:pt x="286" y="4704"/>
                    <a:pt x="286" y="4382"/>
                  </a:cubicBezTo>
                  <a:lnTo>
                    <a:pt x="286" y="2322"/>
                  </a:lnTo>
                  <a:cubicBezTo>
                    <a:pt x="643" y="2668"/>
                    <a:pt x="1274" y="2965"/>
                    <a:pt x="2131" y="3144"/>
                  </a:cubicBezTo>
                  <a:lnTo>
                    <a:pt x="2167" y="3144"/>
                  </a:lnTo>
                  <a:cubicBezTo>
                    <a:pt x="2238" y="3144"/>
                    <a:pt x="2298" y="3096"/>
                    <a:pt x="2322" y="3025"/>
                  </a:cubicBezTo>
                  <a:cubicBezTo>
                    <a:pt x="2334" y="2930"/>
                    <a:pt x="2286" y="2858"/>
                    <a:pt x="2203" y="2846"/>
                  </a:cubicBezTo>
                  <a:cubicBezTo>
                    <a:pt x="1036" y="2596"/>
                    <a:pt x="298" y="2132"/>
                    <a:pt x="298" y="1667"/>
                  </a:cubicBezTo>
                  <a:cubicBezTo>
                    <a:pt x="298" y="1346"/>
                    <a:pt x="679" y="1001"/>
                    <a:pt x="1369" y="751"/>
                  </a:cubicBezTo>
                  <a:cubicBezTo>
                    <a:pt x="2096" y="465"/>
                    <a:pt x="3072" y="322"/>
                    <a:pt x="4132" y="322"/>
                  </a:cubicBezTo>
                  <a:cubicBezTo>
                    <a:pt x="4667" y="322"/>
                    <a:pt x="5191" y="358"/>
                    <a:pt x="5679" y="441"/>
                  </a:cubicBezTo>
                  <a:cubicBezTo>
                    <a:pt x="5687" y="442"/>
                    <a:pt x="5695" y="443"/>
                    <a:pt x="5703" y="443"/>
                  </a:cubicBezTo>
                  <a:cubicBezTo>
                    <a:pt x="5786" y="443"/>
                    <a:pt x="5847" y="385"/>
                    <a:pt x="5858" y="298"/>
                  </a:cubicBezTo>
                  <a:cubicBezTo>
                    <a:pt x="5870" y="215"/>
                    <a:pt x="5810" y="143"/>
                    <a:pt x="5727" y="120"/>
                  </a:cubicBezTo>
                  <a:cubicBezTo>
                    <a:pt x="5215" y="36"/>
                    <a:pt x="4679" y="1"/>
                    <a:pt x="4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47"/>
            <p:cNvSpPr/>
            <p:nvPr/>
          </p:nvSpPr>
          <p:spPr>
            <a:xfrm>
              <a:off x="6306652" y="2638748"/>
              <a:ext cx="59904" cy="59522"/>
            </a:xfrm>
            <a:custGeom>
              <a:avLst/>
              <a:gdLst/>
              <a:ahLst/>
              <a:cxnLst/>
              <a:rect l="l" t="t" r="r" b="b"/>
              <a:pathLst>
                <a:path w="1882" h="1870" extrusionOk="0">
                  <a:moveTo>
                    <a:pt x="941" y="310"/>
                  </a:moveTo>
                  <a:cubicBezTo>
                    <a:pt x="1287" y="310"/>
                    <a:pt x="1561" y="596"/>
                    <a:pt x="1561" y="929"/>
                  </a:cubicBezTo>
                  <a:cubicBezTo>
                    <a:pt x="1561" y="1274"/>
                    <a:pt x="1287" y="1560"/>
                    <a:pt x="941" y="1560"/>
                  </a:cubicBezTo>
                  <a:cubicBezTo>
                    <a:pt x="596" y="1560"/>
                    <a:pt x="310" y="1274"/>
                    <a:pt x="310" y="929"/>
                  </a:cubicBezTo>
                  <a:cubicBezTo>
                    <a:pt x="310" y="596"/>
                    <a:pt x="596" y="310"/>
                    <a:pt x="941" y="310"/>
                  </a:cubicBezTo>
                  <a:close/>
                  <a:moveTo>
                    <a:pt x="941" y="0"/>
                  </a:moveTo>
                  <a:cubicBezTo>
                    <a:pt x="418" y="0"/>
                    <a:pt x="1" y="417"/>
                    <a:pt x="1" y="929"/>
                  </a:cubicBezTo>
                  <a:cubicBezTo>
                    <a:pt x="1" y="1453"/>
                    <a:pt x="418" y="1870"/>
                    <a:pt x="941" y="1870"/>
                  </a:cubicBezTo>
                  <a:cubicBezTo>
                    <a:pt x="1465" y="1870"/>
                    <a:pt x="1882" y="1453"/>
                    <a:pt x="1882" y="929"/>
                  </a:cubicBezTo>
                  <a:cubicBezTo>
                    <a:pt x="1882" y="417"/>
                    <a:pt x="1465" y="0"/>
                    <a:pt x="9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0" name="Google Shape;3770;p47"/>
          <p:cNvGrpSpPr/>
          <p:nvPr/>
        </p:nvGrpSpPr>
        <p:grpSpPr>
          <a:xfrm>
            <a:off x="1879503" y="1904020"/>
            <a:ext cx="527697" cy="527697"/>
            <a:chOff x="1819576" y="1511679"/>
            <a:chExt cx="352103" cy="352103"/>
          </a:xfrm>
        </p:grpSpPr>
        <p:sp>
          <p:nvSpPr>
            <p:cNvPr id="3771" name="Google Shape;3771;p47"/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47"/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47"/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47"/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4" name="Google Shape;4994;p72"/>
          <p:cNvSpPr/>
          <p:nvPr/>
        </p:nvSpPr>
        <p:spPr>
          <a:xfrm>
            <a:off x="2863313" y="-602775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5" name="Google Shape;4995;p72"/>
          <p:cNvGrpSpPr/>
          <p:nvPr/>
        </p:nvGrpSpPr>
        <p:grpSpPr>
          <a:xfrm>
            <a:off x="1647529" y="2125441"/>
            <a:ext cx="2227588" cy="726522"/>
            <a:chOff x="3620725" y="372750"/>
            <a:chExt cx="1039375" cy="338989"/>
          </a:xfrm>
        </p:grpSpPr>
        <p:sp>
          <p:nvSpPr>
            <p:cNvPr id="4996" name="Google Shape;4996;p72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7" name="Google Shape;4997;p72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8" name="Google Shape;4998;p72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9" name="Google Shape;4999;p72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0" name="Google Shape;5000;p72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1" name="Google Shape;5001;p72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2" name="Google Shape;5002;p72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3" name="Google Shape;5003;p72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4" name="Google Shape;5004;p72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5" name="Google Shape;5005;p72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6" name="Google Shape;5006;p72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7" name="Google Shape;5007;p72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8" name="Google Shape;5008;p72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9" name="Google Shape;5009;p72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0" name="Google Shape;5010;p72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1" name="Google Shape;5011;p72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2" name="Google Shape;5012;p72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3" name="Google Shape;5013;p72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4" name="Google Shape;5014;p72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72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72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72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72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72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72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72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72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72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4" name="Google Shape;5024;p72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5" name="Google Shape;5025;p72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6" name="Google Shape;5026;p72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7" name="Google Shape;5027;p72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8" name="Google Shape;5028;p72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9" name="Google Shape;5029;p72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0" name="Google Shape;5030;p72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72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72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33" name="Google Shape;5033;p72"/>
          <p:cNvGrpSpPr/>
          <p:nvPr/>
        </p:nvGrpSpPr>
        <p:grpSpPr>
          <a:xfrm>
            <a:off x="380255" y="402716"/>
            <a:ext cx="2227589" cy="1527191"/>
            <a:chOff x="5519300" y="372750"/>
            <a:chExt cx="1039375" cy="712575"/>
          </a:xfrm>
        </p:grpSpPr>
        <p:sp>
          <p:nvSpPr>
            <p:cNvPr id="5034" name="Google Shape;5034;p7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7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7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7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7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7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7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7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7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7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7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7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7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7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7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7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7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7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7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7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7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7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7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7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7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7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7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7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7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7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7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7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7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7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7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7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7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7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7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7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7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7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7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7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7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7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7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7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7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7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7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7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7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7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7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7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7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7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7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7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7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7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7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7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7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7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7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01" name="Google Shape;510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400" y="2777912"/>
            <a:ext cx="2878150" cy="19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02" name="Google Shape;5102;p72"/>
          <p:cNvSpPr txBox="1">
            <a:spLocks noGrp="1"/>
          </p:cNvSpPr>
          <p:nvPr>
            <p:ph type="title"/>
          </p:nvPr>
        </p:nvSpPr>
        <p:spPr>
          <a:xfrm>
            <a:off x="3939533" y="1129237"/>
            <a:ext cx="4491292" cy="19652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5104" name="Google Shape;5104;p72"/>
          <p:cNvSpPr txBox="1"/>
          <p:nvPr/>
        </p:nvSpPr>
        <p:spPr>
          <a:xfrm>
            <a:off x="4286606" y="3624526"/>
            <a:ext cx="3858736" cy="83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dvent Pro Medium"/>
                <a:ea typeface="Advent Pro Medium"/>
                <a:cs typeface="Advent Pro Medium"/>
                <a:sym typeface="Advent Pro Medium"/>
              </a:rPr>
              <a:t>Name;  Roda  Abdirashid  Hashi </a:t>
            </a: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latin typeface="Advent Pro Medium"/>
              <a:ea typeface="Advent Pro Medium"/>
              <a:cs typeface="Advent Pro Medium"/>
              <a:sym typeface="Advent Pro Medium"/>
            </a:endParaRPr>
          </a:p>
        </p:txBody>
      </p:sp>
      <p:pic>
        <p:nvPicPr>
          <p:cNvPr id="5117" name="Google Shape;511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2750" y="1328163"/>
            <a:ext cx="1052703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8" name="Google Shape;5118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4446" y="591912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9" name="Google Shape;5119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5223" y="3094470"/>
            <a:ext cx="841230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0" name="Google Shape;5120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6020" y="591897"/>
            <a:ext cx="1243252" cy="130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1" name="Google Shape;5121;p7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2829" y="2125454"/>
            <a:ext cx="1679975" cy="2215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Google Shape;5122;p7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8774" y="2420413"/>
            <a:ext cx="797661" cy="13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693</Words>
  <Application>Microsoft Office PowerPoint</Application>
  <PresentationFormat>On-screen Show (16:9)</PresentationFormat>
  <Paragraphs>124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Alumni Sans Pinstripe</vt:lpstr>
      <vt:lpstr>Work Sans Medium</vt:lpstr>
      <vt:lpstr>Arial</vt:lpstr>
      <vt:lpstr>Proxima Nova</vt:lpstr>
      <vt:lpstr>Advent Pro</vt:lpstr>
      <vt:lpstr>Advent Pro Medium</vt:lpstr>
      <vt:lpstr>PT Sans</vt:lpstr>
      <vt:lpstr>Open Sans Medium</vt:lpstr>
      <vt:lpstr>Cyber Security Kill Chain by Slidesgo</vt:lpstr>
      <vt:lpstr>Slidesgo Final Pages</vt:lpstr>
      <vt:lpstr>PHISHING AWARENESS</vt:lpstr>
      <vt:lpstr>AGENDA</vt:lpstr>
      <vt:lpstr>WHAT IS PHISHING?</vt:lpstr>
      <vt:lpstr>1 CLICK</vt:lpstr>
      <vt:lpstr>RECOGNIZE</vt:lpstr>
      <vt:lpstr>EMAIL RED FLAGS</vt:lpstr>
      <vt:lpstr>TYPES OF PHISHING</vt:lpstr>
      <vt:lpstr>FAKE WEBSITES</vt:lpstr>
      <vt:lpstr>SOCIAL ENGINEERING</vt:lpstr>
      <vt:lpstr>ATTACKER TACTICS</vt:lpstr>
      <vt:lpstr>$100M</vt:lpstr>
      <vt:lpstr>REAL CASE: FAKE INVOICES</vt:lpstr>
      <vt:lpstr>STAY SAFE</vt:lpstr>
      <vt:lpstr>BEST PRACTICES</vt:lpstr>
      <vt:lpstr>IF YOU SUSPECT PHISHING</vt:lpstr>
      <vt:lpstr>QUIZ TIME</vt:lpstr>
      <vt:lpstr>QUIZ 1</vt:lpstr>
      <vt:lpstr>QUIZ 2</vt:lpstr>
      <vt:lpstr>QUIZ 3</vt:lpstr>
      <vt:lpstr>QUIZ ANSWERS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</dc:title>
  <cp:lastModifiedBy>Rawda Abdirashid</cp:lastModifiedBy>
  <cp:revision>3</cp:revision>
  <dcterms:modified xsi:type="dcterms:W3CDTF">2026-10-24T06:38:50Z</dcterms:modified>
</cp:coreProperties>
</file>